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380CF-9755-6F90-127F-80704ECFB143}" v="159" dt="2025-04-29T14:17:45.373"/>
    <p1510:client id="{7C04B3CD-54D9-374E-B560-B0C3D72526FA}" v="26" dt="2025-04-30T00:37:34.652"/>
    <p1510:client id="{E8C22840-966B-A84F-6739-C497B789BFA4}" v="3" dt="2025-04-30T01:44:21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649"/>
    <p:restoredTop sz="94700"/>
  </p:normalViewPr>
  <p:slideViewPr>
    <p:cSldViewPr snapToGrid="0">
      <p:cViewPr varScale="1">
        <p:scale>
          <a:sx n="46" d="100"/>
          <a:sy n="46" d="100"/>
        </p:scale>
        <p:origin x="200" y="1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ush Reddy Pucha" userId="94e9e003-e916-4614-a48e-b63ca86fc530" providerId="ADAL" clId="{7C04B3CD-54D9-374E-B560-B0C3D72526FA}"/>
    <pc:docChg chg="undo custSel modSld">
      <pc:chgData name="Dhanush Reddy Pucha" userId="94e9e003-e916-4614-a48e-b63ca86fc530" providerId="ADAL" clId="{7C04B3CD-54D9-374E-B560-B0C3D72526FA}" dt="2025-04-30T00:37:35.949" v="623" actId="478"/>
      <pc:docMkLst>
        <pc:docMk/>
      </pc:docMkLst>
      <pc:sldChg chg="addSp modSp mod modAnim modNotesTx">
        <pc:chgData name="Dhanush Reddy Pucha" userId="94e9e003-e916-4614-a48e-b63ca86fc530" providerId="ADAL" clId="{7C04B3CD-54D9-374E-B560-B0C3D72526FA}" dt="2025-04-30T00:14:44.360" v="564" actId="1076"/>
        <pc:sldMkLst>
          <pc:docMk/>
          <pc:sldMk cId="2536211664" sldId="256"/>
        </pc:sldMkLst>
        <pc:spChg chg="mod">
          <ac:chgData name="Dhanush Reddy Pucha" userId="94e9e003-e916-4614-a48e-b63ca86fc530" providerId="ADAL" clId="{7C04B3CD-54D9-374E-B560-B0C3D72526FA}" dt="2025-04-28T19:14:05.658" v="320" actId="27636"/>
          <ac:spMkLst>
            <pc:docMk/>
            <pc:sldMk cId="2536211664" sldId="256"/>
            <ac:spMk id="2" creationId="{D5B22D7A-2427-0659-06FA-240D013DF592}"/>
          </ac:spMkLst>
        </pc:spChg>
        <pc:picChg chg="add mod">
          <ac:chgData name="Dhanush Reddy Pucha" userId="94e9e003-e916-4614-a48e-b63ca86fc530" providerId="ADAL" clId="{7C04B3CD-54D9-374E-B560-B0C3D72526FA}" dt="2025-04-30T00:14:44.360" v="564" actId="1076"/>
          <ac:picMkLst>
            <pc:docMk/>
            <pc:sldMk cId="2536211664" sldId="256"/>
            <ac:picMk id="5" creationId="{7BB580AF-C788-147F-ED2E-400B0C99AA3E}"/>
          </ac:picMkLst>
        </pc:picChg>
      </pc:sldChg>
      <pc:sldChg chg="addSp delSp modSp mod modAnim modNotesTx">
        <pc:chgData name="Dhanush Reddy Pucha" userId="94e9e003-e916-4614-a48e-b63ca86fc530" providerId="ADAL" clId="{7C04B3CD-54D9-374E-B560-B0C3D72526FA}" dt="2025-04-30T00:16:39.928" v="567" actId="26606"/>
        <pc:sldMkLst>
          <pc:docMk/>
          <pc:sldMk cId="2719165380" sldId="257"/>
        </pc:sldMkLst>
        <pc:spChg chg="del mod">
          <ac:chgData name="Dhanush Reddy Pucha" userId="94e9e003-e916-4614-a48e-b63ca86fc530" providerId="ADAL" clId="{7C04B3CD-54D9-374E-B560-B0C3D72526FA}" dt="2025-04-30T00:16:39.928" v="567" actId="26606"/>
          <ac:spMkLst>
            <pc:docMk/>
            <pc:sldMk cId="2719165380" sldId="257"/>
            <ac:spMk id="3" creationId="{1C6D3084-7E6A-2CC4-C447-6F8700102A29}"/>
          </ac:spMkLst>
        </pc:spChg>
        <pc:graphicFrameChg chg="add">
          <ac:chgData name="Dhanush Reddy Pucha" userId="94e9e003-e916-4614-a48e-b63ca86fc530" providerId="ADAL" clId="{7C04B3CD-54D9-374E-B560-B0C3D72526FA}" dt="2025-04-30T00:16:39.928" v="567" actId="26606"/>
          <ac:graphicFrameMkLst>
            <pc:docMk/>
            <pc:sldMk cId="2719165380" sldId="257"/>
            <ac:graphicFrameMk id="6" creationId="{B4B9C5F6-2716-6E6F-2AF3-DC6AE6DE40D9}"/>
          </ac:graphicFrameMkLst>
        </pc:graphicFrameChg>
        <pc:picChg chg="add mod">
          <ac:chgData name="Dhanush Reddy Pucha" userId="94e9e003-e916-4614-a48e-b63ca86fc530" providerId="ADAL" clId="{7C04B3CD-54D9-374E-B560-B0C3D72526FA}" dt="2025-04-30T00:16:30.557" v="566" actId="1076"/>
          <ac:picMkLst>
            <pc:docMk/>
            <pc:sldMk cId="2719165380" sldId="257"/>
            <ac:picMk id="4" creationId="{54A97551-64AB-C329-9CFE-249192B3B911}"/>
          </ac:picMkLst>
        </pc:picChg>
      </pc:sldChg>
      <pc:sldChg chg="addSp modSp mod setBg modAnim modNotesTx">
        <pc:chgData name="Dhanush Reddy Pucha" userId="94e9e003-e916-4614-a48e-b63ca86fc530" providerId="ADAL" clId="{7C04B3CD-54D9-374E-B560-B0C3D72526FA}" dt="2025-04-30T00:18:14.169" v="570" actId="1076"/>
        <pc:sldMkLst>
          <pc:docMk/>
          <pc:sldMk cId="4240065798" sldId="258"/>
        </pc:sldMkLst>
        <pc:spChg chg="mod">
          <ac:chgData name="Dhanush Reddy Pucha" userId="94e9e003-e916-4614-a48e-b63ca86fc530" providerId="ADAL" clId="{7C04B3CD-54D9-374E-B560-B0C3D72526FA}" dt="2025-04-30T00:16:49.322" v="568" actId="26606"/>
          <ac:spMkLst>
            <pc:docMk/>
            <pc:sldMk cId="4240065798" sldId="258"/>
            <ac:spMk id="2" creationId="{F8669600-BCBB-8AF7-BCD5-3D338170B0CF}"/>
          </ac:spMkLst>
        </pc:spChg>
        <pc:spChg chg="mod">
          <ac:chgData name="Dhanush Reddy Pucha" userId="94e9e003-e916-4614-a48e-b63ca86fc530" providerId="ADAL" clId="{7C04B3CD-54D9-374E-B560-B0C3D72526FA}" dt="2025-04-30T00:16:49.322" v="568" actId="26606"/>
          <ac:spMkLst>
            <pc:docMk/>
            <pc:sldMk cId="4240065798" sldId="258"/>
            <ac:spMk id="3" creationId="{53CF8984-E208-5183-A989-7FBCE71B83F2}"/>
          </ac:spMkLst>
        </pc:spChg>
        <pc:spChg chg="add">
          <ac:chgData name="Dhanush Reddy Pucha" userId="94e9e003-e916-4614-a48e-b63ca86fc530" providerId="ADAL" clId="{7C04B3CD-54D9-374E-B560-B0C3D72526FA}" dt="2025-04-30T00:16:49.322" v="568" actId="26606"/>
          <ac:spMkLst>
            <pc:docMk/>
            <pc:sldMk cId="4240065798" sldId="258"/>
            <ac:spMk id="8" creationId="{907EF6B7-1338-4443-8C46-6A318D952DFD}"/>
          </ac:spMkLst>
        </pc:spChg>
        <pc:spChg chg="add">
          <ac:chgData name="Dhanush Reddy Pucha" userId="94e9e003-e916-4614-a48e-b63ca86fc530" providerId="ADAL" clId="{7C04B3CD-54D9-374E-B560-B0C3D72526FA}" dt="2025-04-30T00:16:49.322" v="568" actId="26606"/>
          <ac:spMkLst>
            <pc:docMk/>
            <pc:sldMk cId="4240065798" sldId="258"/>
            <ac:spMk id="10" creationId="{DAAE4CDD-124C-4DCF-9584-B6033B545DD5}"/>
          </ac:spMkLst>
        </pc:spChg>
        <pc:spChg chg="add">
          <ac:chgData name="Dhanush Reddy Pucha" userId="94e9e003-e916-4614-a48e-b63ca86fc530" providerId="ADAL" clId="{7C04B3CD-54D9-374E-B560-B0C3D72526FA}" dt="2025-04-30T00:16:49.322" v="568" actId="26606"/>
          <ac:spMkLst>
            <pc:docMk/>
            <pc:sldMk cId="4240065798" sldId="258"/>
            <ac:spMk id="12" creationId="{081E4A58-353D-44AE-B2FC-2A74E2E400F7}"/>
          </ac:spMkLst>
        </pc:spChg>
        <pc:picChg chg="add mod">
          <ac:chgData name="Dhanush Reddy Pucha" userId="94e9e003-e916-4614-a48e-b63ca86fc530" providerId="ADAL" clId="{7C04B3CD-54D9-374E-B560-B0C3D72526FA}" dt="2025-04-30T00:18:14.169" v="570" actId="1076"/>
          <ac:picMkLst>
            <pc:docMk/>
            <pc:sldMk cId="4240065798" sldId="258"/>
            <ac:picMk id="4" creationId="{74807820-68BF-43C3-D1F1-0E3E10BFB18B}"/>
          </ac:picMkLst>
        </pc:picChg>
      </pc:sldChg>
      <pc:sldChg chg="addSp modSp mod setBg modAnim modNotesTx">
        <pc:chgData name="Dhanush Reddy Pucha" userId="94e9e003-e916-4614-a48e-b63ca86fc530" providerId="ADAL" clId="{7C04B3CD-54D9-374E-B560-B0C3D72526FA}" dt="2025-04-30T00:21:56.966" v="574" actId="1076"/>
        <pc:sldMkLst>
          <pc:docMk/>
          <pc:sldMk cId="790526054" sldId="259"/>
        </pc:sldMkLst>
        <pc:spChg chg="mod">
          <ac:chgData name="Dhanush Reddy Pucha" userId="94e9e003-e916-4614-a48e-b63ca86fc530" providerId="ADAL" clId="{7C04B3CD-54D9-374E-B560-B0C3D72526FA}" dt="2025-04-30T00:18:26.493" v="571" actId="26606"/>
          <ac:spMkLst>
            <pc:docMk/>
            <pc:sldMk cId="790526054" sldId="259"/>
            <ac:spMk id="2" creationId="{AA82E81C-62D8-4678-BA6F-9188838FAE9C}"/>
          </ac:spMkLst>
        </pc:spChg>
        <pc:spChg chg="mod">
          <ac:chgData name="Dhanush Reddy Pucha" userId="94e9e003-e916-4614-a48e-b63ca86fc530" providerId="ADAL" clId="{7C04B3CD-54D9-374E-B560-B0C3D72526FA}" dt="2025-04-30T00:18:26.493" v="571" actId="26606"/>
          <ac:spMkLst>
            <pc:docMk/>
            <pc:sldMk cId="790526054" sldId="259"/>
            <ac:spMk id="3" creationId="{457A1288-91E1-AE3B-A743-78541ADE84FD}"/>
          </ac:spMkLst>
        </pc:spChg>
        <pc:spChg chg="add">
          <ac:chgData name="Dhanush Reddy Pucha" userId="94e9e003-e916-4614-a48e-b63ca86fc530" providerId="ADAL" clId="{7C04B3CD-54D9-374E-B560-B0C3D72526FA}" dt="2025-04-30T00:18:26.493" v="571" actId="26606"/>
          <ac:spMkLst>
            <pc:docMk/>
            <pc:sldMk cId="790526054" sldId="259"/>
            <ac:spMk id="8" creationId="{18873D23-2DCF-4B31-A009-95721C06E8E1}"/>
          </ac:spMkLst>
        </pc:spChg>
        <pc:spChg chg="add">
          <ac:chgData name="Dhanush Reddy Pucha" userId="94e9e003-e916-4614-a48e-b63ca86fc530" providerId="ADAL" clId="{7C04B3CD-54D9-374E-B560-B0C3D72526FA}" dt="2025-04-30T00:18:26.493" v="571" actId="26606"/>
          <ac:spMkLst>
            <pc:docMk/>
            <pc:sldMk cId="790526054" sldId="259"/>
            <ac:spMk id="10" creationId="{C13EF075-D4EF-4929-ADBC-91B27DA19955}"/>
          </ac:spMkLst>
        </pc:spChg>
        <pc:grpChg chg="add">
          <ac:chgData name="Dhanush Reddy Pucha" userId="94e9e003-e916-4614-a48e-b63ca86fc530" providerId="ADAL" clId="{7C04B3CD-54D9-374E-B560-B0C3D72526FA}" dt="2025-04-30T00:18:26.493" v="571" actId="26606"/>
          <ac:grpSpMkLst>
            <pc:docMk/>
            <pc:sldMk cId="790526054" sldId="259"/>
            <ac:grpSpMk id="12" creationId="{DAA26DFA-AAB2-4973-9C17-16D587C7B198}"/>
          </ac:grpSpMkLst>
        </pc:grpChg>
        <pc:picChg chg="add mod">
          <ac:chgData name="Dhanush Reddy Pucha" userId="94e9e003-e916-4614-a48e-b63ca86fc530" providerId="ADAL" clId="{7C04B3CD-54D9-374E-B560-B0C3D72526FA}" dt="2025-04-30T00:21:56.966" v="574" actId="1076"/>
          <ac:picMkLst>
            <pc:docMk/>
            <pc:sldMk cId="790526054" sldId="259"/>
            <ac:picMk id="4" creationId="{8D69CB6F-89F9-5E25-7597-834984336AE0}"/>
          </ac:picMkLst>
        </pc:picChg>
      </pc:sldChg>
      <pc:sldChg chg="addSp delSp modSp mod setBg delAnim modAnim">
        <pc:chgData name="Dhanush Reddy Pucha" userId="94e9e003-e916-4614-a48e-b63ca86fc530" providerId="ADAL" clId="{7C04B3CD-54D9-374E-B560-B0C3D72526FA}" dt="2025-04-30T00:25:55.081" v="583" actId="1076"/>
        <pc:sldMkLst>
          <pc:docMk/>
          <pc:sldMk cId="3875072774" sldId="260"/>
        </pc:sldMkLst>
        <pc:spChg chg="mod">
          <ac:chgData name="Dhanush Reddy Pucha" userId="94e9e003-e916-4614-a48e-b63ca86fc530" providerId="ADAL" clId="{7C04B3CD-54D9-374E-B560-B0C3D72526FA}" dt="2025-04-30T00:22:04.682" v="575" actId="26606"/>
          <ac:spMkLst>
            <pc:docMk/>
            <pc:sldMk cId="3875072774" sldId="260"/>
            <ac:spMk id="2" creationId="{4AF7677A-F746-70F6-B721-BFC0EBC09E29}"/>
          </ac:spMkLst>
        </pc:spChg>
        <pc:spChg chg="mod">
          <ac:chgData name="Dhanush Reddy Pucha" userId="94e9e003-e916-4614-a48e-b63ca86fc530" providerId="ADAL" clId="{7C04B3CD-54D9-374E-B560-B0C3D72526FA}" dt="2025-04-30T00:22:04.682" v="575" actId="26606"/>
          <ac:spMkLst>
            <pc:docMk/>
            <pc:sldMk cId="3875072774" sldId="260"/>
            <ac:spMk id="3" creationId="{F23B4FDB-ADF6-0891-DDBB-9E8092E5D7D1}"/>
          </ac:spMkLst>
        </pc:spChg>
        <pc:spChg chg="add">
          <ac:chgData name="Dhanush Reddy Pucha" userId="94e9e003-e916-4614-a48e-b63ca86fc530" providerId="ADAL" clId="{7C04B3CD-54D9-374E-B560-B0C3D72526FA}" dt="2025-04-30T00:22:04.682" v="575" actId="26606"/>
          <ac:spMkLst>
            <pc:docMk/>
            <pc:sldMk cId="3875072774" sldId="260"/>
            <ac:spMk id="8" creationId="{17718681-A12E-49D6-9925-DD7C68176D61}"/>
          </ac:spMkLst>
        </pc:spChg>
        <pc:spChg chg="add">
          <ac:chgData name="Dhanush Reddy Pucha" userId="94e9e003-e916-4614-a48e-b63ca86fc530" providerId="ADAL" clId="{7C04B3CD-54D9-374E-B560-B0C3D72526FA}" dt="2025-04-30T00:22:04.682" v="575" actId="26606"/>
          <ac:spMkLst>
            <pc:docMk/>
            <pc:sldMk cId="3875072774" sldId="260"/>
            <ac:spMk id="10" creationId="{FBD77573-9EF2-4C35-8285-A1CF6FBB0EA5}"/>
          </ac:spMkLst>
        </pc:spChg>
        <pc:picChg chg="add del mod">
          <ac:chgData name="Dhanush Reddy Pucha" userId="94e9e003-e916-4614-a48e-b63ca86fc530" providerId="ADAL" clId="{7C04B3CD-54D9-374E-B560-B0C3D72526FA}" dt="2025-04-30T00:25:04.195" v="581" actId="478"/>
          <ac:picMkLst>
            <pc:docMk/>
            <pc:sldMk cId="3875072774" sldId="260"/>
            <ac:picMk id="4" creationId="{AE34DDE3-4368-FE49-4F53-5BC10EDA8569}"/>
          </ac:picMkLst>
        </pc:picChg>
        <pc:picChg chg="add mod">
          <ac:chgData name="Dhanush Reddy Pucha" userId="94e9e003-e916-4614-a48e-b63ca86fc530" providerId="ADAL" clId="{7C04B3CD-54D9-374E-B560-B0C3D72526FA}" dt="2025-04-30T00:25:55.081" v="583" actId="1076"/>
          <ac:picMkLst>
            <pc:docMk/>
            <pc:sldMk cId="3875072774" sldId="260"/>
            <ac:picMk id="5" creationId="{3F882340-8751-9859-B021-93992EA95D84}"/>
          </ac:picMkLst>
        </pc:picChg>
      </pc:sldChg>
      <pc:sldChg chg="addSp delSp modSp mod setBg modAnim">
        <pc:chgData name="Dhanush Reddy Pucha" userId="94e9e003-e916-4614-a48e-b63ca86fc530" providerId="ADAL" clId="{7C04B3CD-54D9-374E-B560-B0C3D72526FA}" dt="2025-04-30T00:26:55.062" v="585" actId="1076"/>
        <pc:sldMkLst>
          <pc:docMk/>
          <pc:sldMk cId="2643066672" sldId="261"/>
        </pc:sldMkLst>
        <pc:spChg chg="mod">
          <ac:chgData name="Dhanush Reddy Pucha" userId="94e9e003-e916-4614-a48e-b63ca86fc530" providerId="ADAL" clId="{7C04B3CD-54D9-374E-B560-B0C3D72526FA}" dt="2025-04-30T00:23:37.411" v="580" actId="26606"/>
          <ac:spMkLst>
            <pc:docMk/>
            <pc:sldMk cId="2643066672" sldId="261"/>
            <ac:spMk id="2" creationId="{3A7E199B-6B61-AE20-FCE6-131DCD684E38}"/>
          </ac:spMkLst>
        </pc:spChg>
        <pc:spChg chg="mod">
          <ac:chgData name="Dhanush Reddy Pucha" userId="94e9e003-e916-4614-a48e-b63ca86fc530" providerId="ADAL" clId="{7C04B3CD-54D9-374E-B560-B0C3D72526FA}" dt="2025-04-30T00:23:37.411" v="580" actId="26606"/>
          <ac:spMkLst>
            <pc:docMk/>
            <pc:sldMk cId="2643066672" sldId="261"/>
            <ac:spMk id="3" creationId="{71D0E6A0-0C5C-C42C-6E83-240EBE57A02D}"/>
          </ac:spMkLst>
        </pc:spChg>
        <pc:spChg chg="add del">
          <ac:chgData name="Dhanush Reddy Pucha" userId="94e9e003-e916-4614-a48e-b63ca86fc530" providerId="ADAL" clId="{7C04B3CD-54D9-374E-B560-B0C3D72526FA}" dt="2025-04-30T00:23:37.403" v="579" actId="26606"/>
          <ac:spMkLst>
            <pc:docMk/>
            <pc:sldMk cId="2643066672" sldId="261"/>
            <ac:spMk id="8" creationId="{17718681-A12E-49D6-9925-DD7C68176D61}"/>
          </ac:spMkLst>
        </pc:spChg>
        <pc:spChg chg="add">
          <ac:chgData name="Dhanush Reddy Pucha" userId="94e9e003-e916-4614-a48e-b63ca86fc530" providerId="ADAL" clId="{7C04B3CD-54D9-374E-B560-B0C3D72526FA}" dt="2025-04-30T00:23:37.411" v="580" actId="26606"/>
          <ac:spMkLst>
            <pc:docMk/>
            <pc:sldMk cId="2643066672" sldId="261"/>
            <ac:spMk id="9" creationId="{362810D9-2C5A-477D-949C-C191895477F3}"/>
          </ac:spMkLst>
        </pc:spChg>
        <pc:spChg chg="add del">
          <ac:chgData name="Dhanush Reddy Pucha" userId="94e9e003-e916-4614-a48e-b63ca86fc530" providerId="ADAL" clId="{7C04B3CD-54D9-374E-B560-B0C3D72526FA}" dt="2025-04-30T00:23:37.403" v="579" actId="26606"/>
          <ac:spMkLst>
            <pc:docMk/>
            <pc:sldMk cId="2643066672" sldId="261"/>
            <ac:spMk id="10" creationId="{FBD77573-9EF2-4C35-8285-A1CF6FBB0EA5}"/>
          </ac:spMkLst>
        </pc:spChg>
        <pc:spChg chg="add">
          <ac:chgData name="Dhanush Reddy Pucha" userId="94e9e003-e916-4614-a48e-b63ca86fc530" providerId="ADAL" clId="{7C04B3CD-54D9-374E-B560-B0C3D72526FA}" dt="2025-04-30T00:23:37.411" v="580" actId="26606"/>
          <ac:spMkLst>
            <pc:docMk/>
            <pc:sldMk cId="2643066672" sldId="261"/>
            <ac:spMk id="11" creationId="{081E4A58-353D-44AE-B2FC-2A74E2E400F7}"/>
          </ac:spMkLst>
        </pc:spChg>
        <pc:picChg chg="add">
          <ac:chgData name="Dhanush Reddy Pucha" userId="94e9e003-e916-4614-a48e-b63ca86fc530" providerId="ADAL" clId="{7C04B3CD-54D9-374E-B560-B0C3D72526FA}" dt="2025-04-30T00:23:37.411" v="580" actId="26606"/>
          <ac:picMkLst>
            <pc:docMk/>
            <pc:sldMk cId="2643066672" sldId="261"/>
            <ac:picMk id="5" creationId="{1257B94B-E666-FAC1-A564-8F923B423BA3}"/>
          </ac:picMkLst>
        </pc:picChg>
        <pc:picChg chg="add mod">
          <ac:chgData name="Dhanush Reddy Pucha" userId="94e9e003-e916-4614-a48e-b63ca86fc530" providerId="ADAL" clId="{7C04B3CD-54D9-374E-B560-B0C3D72526FA}" dt="2025-04-30T00:26:55.062" v="585" actId="1076"/>
          <ac:picMkLst>
            <pc:docMk/>
            <pc:sldMk cId="2643066672" sldId="261"/>
            <ac:picMk id="6" creationId="{9924E940-6B81-40D9-E6DE-309E01717D2D}"/>
          </ac:picMkLst>
        </pc:picChg>
      </pc:sldChg>
      <pc:sldChg chg="addSp modSp mod modAnim">
        <pc:chgData name="Dhanush Reddy Pucha" userId="94e9e003-e916-4614-a48e-b63ca86fc530" providerId="ADAL" clId="{7C04B3CD-54D9-374E-B560-B0C3D72526FA}" dt="2025-04-30T00:29:58.755" v="588" actId="1076"/>
        <pc:sldMkLst>
          <pc:docMk/>
          <pc:sldMk cId="2419350290" sldId="262"/>
        </pc:sldMkLst>
        <pc:spChg chg="mod">
          <ac:chgData name="Dhanush Reddy Pucha" userId="94e9e003-e916-4614-a48e-b63ca86fc530" providerId="ADAL" clId="{7C04B3CD-54D9-374E-B560-B0C3D72526FA}" dt="2025-04-28T19:33:36.704" v="526" actId="1036"/>
          <ac:spMkLst>
            <pc:docMk/>
            <pc:sldMk cId="2419350290" sldId="262"/>
            <ac:spMk id="3" creationId="{9798EFA8-3F73-C055-6F73-7BDA4DC58C05}"/>
          </ac:spMkLst>
        </pc:spChg>
        <pc:picChg chg="add mod">
          <ac:chgData name="Dhanush Reddy Pucha" userId="94e9e003-e916-4614-a48e-b63ca86fc530" providerId="ADAL" clId="{7C04B3CD-54D9-374E-B560-B0C3D72526FA}" dt="2025-04-30T00:29:58.755" v="588" actId="1076"/>
          <ac:picMkLst>
            <pc:docMk/>
            <pc:sldMk cId="2419350290" sldId="262"/>
            <ac:picMk id="6" creationId="{5C60D351-B9AD-69D7-3320-660AE2BA75E4}"/>
          </ac:picMkLst>
        </pc:picChg>
      </pc:sldChg>
      <pc:sldChg chg="addSp delSp modSp mod delAnim modAnim">
        <pc:chgData name="Dhanush Reddy Pucha" userId="94e9e003-e916-4614-a48e-b63ca86fc530" providerId="ADAL" clId="{7C04B3CD-54D9-374E-B560-B0C3D72526FA}" dt="2025-04-30T00:37:35.949" v="623" actId="478"/>
        <pc:sldMkLst>
          <pc:docMk/>
          <pc:sldMk cId="375412494" sldId="263"/>
        </pc:sldMkLst>
        <pc:spChg chg="add del mod">
          <ac:chgData name="Dhanush Reddy Pucha" userId="94e9e003-e916-4614-a48e-b63ca86fc530" providerId="ADAL" clId="{7C04B3CD-54D9-374E-B560-B0C3D72526FA}" dt="2025-04-30T00:33:53.106" v="608" actId="26606"/>
          <ac:spMkLst>
            <pc:docMk/>
            <pc:sldMk cId="375412494" sldId="263"/>
            <ac:spMk id="3" creationId="{081E1853-4B13-6363-7743-DDBC90587D2C}"/>
          </ac:spMkLst>
        </pc:spChg>
        <pc:graphicFrameChg chg="add del mod">
          <ac:chgData name="Dhanush Reddy Pucha" userId="94e9e003-e916-4614-a48e-b63ca86fc530" providerId="ADAL" clId="{7C04B3CD-54D9-374E-B560-B0C3D72526FA}" dt="2025-04-30T00:32:57.463" v="604" actId="26606"/>
          <ac:graphicFrameMkLst>
            <pc:docMk/>
            <pc:sldMk cId="375412494" sldId="263"/>
            <ac:graphicFrameMk id="6" creationId="{9932080B-47A3-8895-E071-3C2627D7A589}"/>
          </ac:graphicFrameMkLst>
        </pc:graphicFrameChg>
        <pc:graphicFrameChg chg="add">
          <ac:chgData name="Dhanush Reddy Pucha" userId="94e9e003-e916-4614-a48e-b63ca86fc530" providerId="ADAL" clId="{7C04B3CD-54D9-374E-B560-B0C3D72526FA}" dt="2025-04-30T00:33:53.106" v="608" actId="26606"/>
          <ac:graphicFrameMkLst>
            <pc:docMk/>
            <pc:sldMk cId="375412494" sldId="263"/>
            <ac:graphicFrameMk id="7" creationId="{C23AA3BF-F319-452D-101C-1DFAF13EFD30}"/>
          </ac:graphicFrameMkLst>
        </pc:graphicFrameChg>
        <pc:picChg chg="add mod">
          <ac:chgData name="Dhanush Reddy Pucha" userId="94e9e003-e916-4614-a48e-b63ca86fc530" providerId="ADAL" clId="{7C04B3CD-54D9-374E-B560-B0C3D72526FA}" dt="2025-04-30T00:33:58.454" v="610" actId="1076"/>
          <ac:picMkLst>
            <pc:docMk/>
            <pc:sldMk cId="375412494" sldId="263"/>
            <ac:picMk id="4" creationId="{6BAF3CEE-AA54-E0B4-A941-542EB2AF782D}"/>
          </ac:picMkLst>
        </pc:picChg>
        <pc:picChg chg="add del mod">
          <ac:chgData name="Dhanush Reddy Pucha" userId="94e9e003-e916-4614-a48e-b63ca86fc530" providerId="ADAL" clId="{7C04B3CD-54D9-374E-B560-B0C3D72526FA}" dt="2025-04-30T00:33:50.865" v="607" actId="478"/>
          <ac:picMkLst>
            <pc:docMk/>
            <pc:sldMk cId="375412494" sldId="263"/>
            <ac:picMk id="5" creationId="{C274A0E5-FBEB-A725-B2E6-8ACBF17F32CE}"/>
          </ac:picMkLst>
        </pc:picChg>
        <pc:picChg chg="add del mod">
          <ac:chgData name="Dhanush Reddy Pucha" userId="94e9e003-e916-4614-a48e-b63ca86fc530" providerId="ADAL" clId="{7C04B3CD-54D9-374E-B560-B0C3D72526FA}" dt="2025-04-30T00:34:22.693" v="613" actId="478"/>
          <ac:picMkLst>
            <pc:docMk/>
            <pc:sldMk cId="375412494" sldId="263"/>
            <ac:picMk id="8" creationId="{68F70F5D-8782-75B4-7DE0-9C0003082B6A}"/>
          </ac:picMkLst>
        </pc:picChg>
        <pc:picChg chg="add del mod">
          <ac:chgData name="Dhanush Reddy Pucha" userId="94e9e003-e916-4614-a48e-b63ca86fc530" providerId="ADAL" clId="{7C04B3CD-54D9-374E-B560-B0C3D72526FA}" dt="2025-04-30T00:34:29.494" v="615" actId="478"/>
          <ac:picMkLst>
            <pc:docMk/>
            <pc:sldMk cId="375412494" sldId="263"/>
            <ac:picMk id="9" creationId="{1EE62016-2F9A-394C-5F69-30717AB921F0}"/>
          </ac:picMkLst>
        </pc:picChg>
        <pc:picChg chg="add del mod">
          <ac:chgData name="Dhanush Reddy Pucha" userId="94e9e003-e916-4614-a48e-b63ca86fc530" providerId="ADAL" clId="{7C04B3CD-54D9-374E-B560-B0C3D72526FA}" dt="2025-04-30T00:37:23.736" v="621" actId="478"/>
          <ac:picMkLst>
            <pc:docMk/>
            <pc:sldMk cId="375412494" sldId="263"/>
            <ac:picMk id="10" creationId="{2F9608C8-029F-D68A-7B34-25BD1A690DD3}"/>
          </ac:picMkLst>
        </pc:picChg>
        <pc:picChg chg="add del mod">
          <ac:chgData name="Dhanush Reddy Pucha" userId="94e9e003-e916-4614-a48e-b63ca86fc530" providerId="ADAL" clId="{7C04B3CD-54D9-374E-B560-B0C3D72526FA}" dt="2025-04-30T00:37:35.949" v="623" actId="478"/>
          <ac:picMkLst>
            <pc:docMk/>
            <pc:sldMk cId="375412494" sldId="263"/>
            <ac:picMk id="11" creationId="{17F774E5-6C14-9FB3-71F2-5CF57BDD5E8F}"/>
          </ac:picMkLst>
        </pc:picChg>
      </pc:sldChg>
      <pc:sldChg chg="addSp delSp modSp mod setBg delAnim modAnim">
        <pc:chgData name="Dhanush Reddy Pucha" userId="94e9e003-e916-4614-a48e-b63ca86fc530" providerId="ADAL" clId="{7C04B3CD-54D9-374E-B560-B0C3D72526FA}" dt="2025-04-30T00:35:18.715" v="617" actId="1076"/>
        <pc:sldMkLst>
          <pc:docMk/>
          <pc:sldMk cId="1552303592" sldId="264"/>
        </pc:sldMkLst>
        <pc:spChg chg="mod">
          <ac:chgData name="Dhanush Reddy Pucha" userId="94e9e003-e916-4614-a48e-b63ca86fc530" providerId="ADAL" clId="{7C04B3CD-54D9-374E-B560-B0C3D72526FA}" dt="2025-04-30T00:30:08.671" v="589" actId="26606"/>
          <ac:spMkLst>
            <pc:docMk/>
            <pc:sldMk cId="1552303592" sldId="264"/>
            <ac:spMk id="2" creationId="{D5B9274C-6F30-AE32-0FE1-178151E82CAC}"/>
          </ac:spMkLst>
        </pc:spChg>
        <pc:spChg chg="mod">
          <ac:chgData name="Dhanush Reddy Pucha" userId="94e9e003-e916-4614-a48e-b63ca86fc530" providerId="ADAL" clId="{7C04B3CD-54D9-374E-B560-B0C3D72526FA}" dt="2025-04-30T00:30:08.671" v="589" actId="26606"/>
          <ac:spMkLst>
            <pc:docMk/>
            <pc:sldMk cId="1552303592" sldId="264"/>
            <ac:spMk id="3" creationId="{D2AE94F5-1B93-2E3C-37D1-E1D665256FC5}"/>
          </ac:spMkLst>
        </pc:spChg>
        <pc:spChg chg="add">
          <ac:chgData name="Dhanush Reddy Pucha" userId="94e9e003-e916-4614-a48e-b63ca86fc530" providerId="ADAL" clId="{7C04B3CD-54D9-374E-B560-B0C3D72526FA}" dt="2025-04-30T00:30:08.671" v="589" actId="26606"/>
          <ac:spMkLst>
            <pc:docMk/>
            <pc:sldMk cId="1552303592" sldId="264"/>
            <ac:spMk id="9" creationId="{362810D9-2C5A-477D-949C-C191895477F3}"/>
          </ac:spMkLst>
        </pc:spChg>
        <pc:spChg chg="add">
          <ac:chgData name="Dhanush Reddy Pucha" userId="94e9e003-e916-4614-a48e-b63ca86fc530" providerId="ADAL" clId="{7C04B3CD-54D9-374E-B560-B0C3D72526FA}" dt="2025-04-30T00:30:08.671" v="589" actId="26606"/>
          <ac:spMkLst>
            <pc:docMk/>
            <pc:sldMk cId="1552303592" sldId="264"/>
            <ac:spMk id="11" creationId="{081E4A58-353D-44AE-B2FC-2A74E2E400F7}"/>
          </ac:spMkLst>
        </pc:spChg>
        <pc:picChg chg="add del mod">
          <ac:chgData name="Dhanush Reddy Pucha" userId="94e9e003-e916-4614-a48e-b63ca86fc530" providerId="ADAL" clId="{7C04B3CD-54D9-374E-B560-B0C3D72526FA}" dt="2025-04-30T00:32:19.264" v="593" actId="478"/>
          <ac:picMkLst>
            <pc:docMk/>
            <pc:sldMk cId="1552303592" sldId="264"/>
            <ac:picMk id="4" creationId="{8F0B8F0B-C57B-C12D-7C91-BBED66EC7002}"/>
          </ac:picMkLst>
        </pc:picChg>
        <pc:picChg chg="add">
          <ac:chgData name="Dhanush Reddy Pucha" userId="94e9e003-e916-4614-a48e-b63ca86fc530" providerId="ADAL" clId="{7C04B3CD-54D9-374E-B560-B0C3D72526FA}" dt="2025-04-30T00:30:08.671" v="589" actId="26606"/>
          <ac:picMkLst>
            <pc:docMk/>
            <pc:sldMk cId="1552303592" sldId="264"/>
            <ac:picMk id="5" creationId="{0D9995F0-77E4-4FCD-CD9F-3A52C1B8B9C1}"/>
          </ac:picMkLst>
        </pc:picChg>
        <pc:picChg chg="add mod">
          <ac:chgData name="Dhanush Reddy Pucha" userId="94e9e003-e916-4614-a48e-b63ca86fc530" providerId="ADAL" clId="{7C04B3CD-54D9-374E-B560-B0C3D72526FA}" dt="2025-04-30T00:35:18.715" v="617" actId="1076"/>
          <ac:picMkLst>
            <pc:docMk/>
            <pc:sldMk cId="1552303592" sldId="264"/>
            <ac:picMk id="6" creationId="{07BC1BFA-0335-8203-DF19-50F9978E5920}"/>
          </ac:picMkLst>
        </pc:picChg>
      </pc:sldChg>
      <pc:sldChg chg="addSp modSp mod modAnim modNotesTx">
        <pc:chgData name="Dhanush Reddy Pucha" userId="94e9e003-e916-4614-a48e-b63ca86fc530" providerId="ADAL" clId="{7C04B3CD-54D9-374E-B560-B0C3D72526FA}" dt="2025-04-30T00:37:13.562" v="619" actId="1076"/>
        <pc:sldMkLst>
          <pc:docMk/>
          <pc:sldMk cId="958559772" sldId="265"/>
        </pc:sldMkLst>
        <pc:spChg chg="mod">
          <ac:chgData name="Dhanush Reddy Pucha" userId="94e9e003-e916-4614-a48e-b63ca86fc530" providerId="ADAL" clId="{7C04B3CD-54D9-374E-B560-B0C3D72526FA}" dt="2025-04-28T19:31:29.284" v="503" actId="15"/>
          <ac:spMkLst>
            <pc:docMk/>
            <pc:sldMk cId="958559772" sldId="265"/>
            <ac:spMk id="3" creationId="{AF682164-E0FE-E367-CFAB-886F3353CD82}"/>
          </ac:spMkLst>
        </pc:spChg>
        <pc:picChg chg="add mod">
          <ac:chgData name="Dhanush Reddy Pucha" userId="94e9e003-e916-4614-a48e-b63ca86fc530" providerId="ADAL" clId="{7C04B3CD-54D9-374E-B560-B0C3D72526FA}" dt="2025-04-30T00:37:13.562" v="619" actId="1076"/>
          <ac:picMkLst>
            <pc:docMk/>
            <pc:sldMk cId="958559772" sldId="265"/>
            <ac:picMk id="4" creationId="{A476E4AE-BE08-A885-FF99-786E146DA306}"/>
          </ac:picMkLst>
        </pc:picChg>
      </pc:sldChg>
    </pc:docChg>
  </pc:docChgLst>
  <pc:docChgLst>
    <pc:chgData name="Mathewos Dawit" userId="S::mdawit1@student.gsu.edu::87be4911-43e8-43ff-b2b1-72fae4a9af9f" providerId="AD" clId="Web-{E8C22840-966B-A84F-6739-C497B789BFA4}"/>
    <pc:docChg chg="modSld">
      <pc:chgData name="Mathewos Dawit" userId="S::mdawit1@student.gsu.edu::87be4911-43e8-43ff-b2b1-72fae4a9af9f" providerId="AD" clId="Web-{E8C22840-966B-A84F-6739-C497B789BFA4}" dt="2025-04-30T01:44:20.779" v="1" actId="20577"/>
      <pc:docMkLst>
        <pc:docMk/>
      </pc:docMkLst>
      <pc:sldChg chg="modSp">
        <pc:chgData name="Mathewos Dawit" userId="S::mdawit1@student.gsu.edu::87be4911-43e8-43ff-b2b1-72fae4a9af9f" providerId="AD" clId="Web-{E8C22840-966B-A84F-6739-C497B789BFA4}" dt="2025-04-30T01:44:20.779" v="1" actId="20577"/>
        <pc:sldMkLst>
          <pc:docMk/>
          <pc:sldMk cId="2536211664" sldId="256"/>
        </pc:sldMkLst>
        <pc:spChg chg="mod">
          <ac:chgData name="Mathewos Dawit" userId="S::mdawit1@student.gsu.edu::87be4911-43e8-43ff-b2b1-72fae4a9af9f" providerId="AD" clId="Web-{E8C22840-966B-A84F-6739-C497B789BFA4}" dt="2025-04-30T01:44:20.779" v="1" actId="20577"/>
          <ac:spMkLst>
            <pc:docMk/>
            <pc:sldMk cId="2536211664" sldId="256"/>
            <ac:spMk id="3" creationId="{B63A5FAA-6E8C-2474-3149-5DD723CEB352}"/>
          </ac:spMkLst>
        </pc:spChg>
        <pc:picChg chg="mod">
          <ac:chgData name="Mathewos Dawit" userId="S::mdawit1@student.gsu.edu::87be4911-43e8-43ff-b2b1-72fae4a9af9f" providerId="AD" clId="Web-{E8C22840-966B-A84F-6739-C497B789BFA4}" dt="2025-04-30T01:43:52.091" v="0" actId="1076"/>
          <ac:picMkLst>
            <pc:docMk/>
            <pc:sldMk cId="2536211664" sldId="256"/>
            <ac:picMk id="5" creationId="{7BB580AF-C788-147F-ED2E-400B0C99AA3E}"/>
          </ac:picMkLst>
        </pc:picChg>
      </pc:sldChg>
    </pc:docChg>
  </pc:docChgLst>
  <pc:docChgLst>
    <pc:chgData name="Mathewos Dawit" userId="S::mdawit1@student.gsu.edu::87be4911-43e8-43ff-b2b1-72fae4a9af9f" providerId="AD" clId="Web-{652380CF-9755-6F90-127F-80704ECFB143}"/>
    <pc:docChg chg="modSld">
      <pc:chgData name="Mathewos Dawit" userId="S::mdawit1@student.gsu.edu::87be4911-43e8-43ff-b2b1-72fae4a9af9f" providerId="AD" clId="Web-{652380CF-9755-6F90-127F-80704ECFB143}" dt="2025-04-29T14:17:32.529" v="158" actId="20577"/>
      <pc:docMkLst>
        <pc:docMk/>
      </pc:docMkLst>
      <pc:sldChg chg="modSp">
        <pc:chgData name="Mathewos Dawit" userId="S::mdawit1@student.gsu.edu::87be4911-43e8-43ff-b2b1-72fae4a9af9f" providerId="AD" clId="Web-{652380CF-9755-6F90-127F-80704ECFB143}" dt="2025-04-29T13:40:38.234" v="13" actId="20577"/>
        <pc:sldMkLst>
          <pc:docMk/>
          <pc:sldMk cId="790526054" sldId="259"/>
        </pc:sldMkLst>
        <pc:spChg chg="mod">
          <ac:chgData name="Mathewos Dawit" userId="S::mdawit1@student.gsu.edu::87be4911-43e8-43ff-b2b1-72fae4a9af9f" providerId="AD" clId="Web-{652380CF-9755-6F90-127F-80704ECFB143}" dt="2025-04-29T13:40:38.234" v="13" actId="20577"/>
          <ac:spMkLst>
            <pc:docMk/>
            <pc:sldMk cId="790526054" sldId="259"/>
            <ac:spMk id="3" creationId="{457A1288-91E1-AE3B-A743-78541ADE84FD}"/>
          </ac:spMkLst>
        </pc:spChg>
      </pc:sldChg>
      <pc:sldChg chg="modSp">
        <pc:chgData name="Mathewos Dawit" userId="S::mdawit1@student.gsu.edu::87be4911-43e8-43ff-b2b1-72fae4a9af9f" providerId="AD" clId="Web-{652380CF-9755-6F90-127F-80704ECFB143}" dt="2025-04-29T13:45:50.667" v="33" actId="20577"/>
        <pc:sldMkLst>
          <pc:docMk/>
          <pc:sldMk cId="3875072774" sldId="260"/>
        </pc:sldMkLst>
        <pc:spChg chg="mod">
          <ac:chgData name="Mathewos Dawit" userId="S::mdawit1@student.gsu.edu::87be4911-43e8-43ff-b2b1-72fae4a9af9f" providerId="AD" clId="Web-{652380CF-9755-6F90-127F-80704ECFB143}" dt="2025-04-29T13:45:50.667" v="33" actId="20577"/>
          <ac:spMkLst>
            <pc:docMk/>
            <pc:sldMk cId="3875072774" sldId="260"/>
            <ac:spMk id="3" creationId="{F23B4FDB-ADF6-0891-DDBB-9E8092E5D7D1}"/>
          </ac:spMkLst>
        </pc:spChg>
      </pc:sldChg>
      <pc:sldChg chg="addSp delSp modSp">
        <pc:chgData name="Mathewos Dawit" userId="S::mdawit1@student.gsu.edu::87be4911-43e8-43ff-b2b1-72fae4a9af9f" providerId="AD" clId="Web-{652380CF-9755-6F90-127F-80704ECFB143}" dt="2025-04-29T14:15:35.197" v="139" actId="14100"/>
        <pc:sldMkLst>
          <pc:docMk/>
          <pc:sldMk cId="2419350290" sldId="262"/>
        </pc:sldMkLst>
        <pc:spChg chg="mod">
          <ac:chgData name="Mathewos Dawit" userId="S::mdawit1@student.gsu.edu::87be4911-43e8-43ff-b2b1-72fae4a9af9f" providerId="AD" clId="Web-{652380CF-9755-6F90-127F-80704ECFB143}" dt="2025-04-29T13:49:32.159" v="67" actId="1076"/>
          <ac:spMkLst>
            <pc:docMk/>
            <pc:sldMk cId="2419350290" sldId="262"/>
            <ac:spMk id="2" creationId="{CF46667A-92A5-BEF2-F0D8-18C30784B530}"/>
          </ac:spMkLst>
        </pc:spChg>
        <pc:spChg chg="mod">
          <ac:chgData name="Mathewos Dawit" userId="S::mdawit1@student.gsu.edu::87be4911-43e8-43ff-b2b1-72fae4a9af9f" providerId="AD" clId="Web-{652380CF-9755-6F90-127F-80704ECFB143}" dt="2025-04-29T13:49:52.284" v="69" actId="14100"/>
          <ac:spMkLst>
            <pc:docMk/>
            <pc:sldMk cId="2419350290" sldId="262"/>
            <ac:spMk id="3" creationId="{9798EFA8-3F73-C055-6F73-7BDA4DC58C05}"/>
          </ac:spMkLst>
        </pc:spChg>
        <pc:spChg chg="del mod">
          <ac:chgData name="Mathewos Dawit" userId="S::mdawit1@student.gsu.edu::87be4911-43e8-43ff-b2b1-72fae4a9af9f" providerId="AD" clId="Web-{652380CF-9755-6F90-127F-80704ECFB143}" dt="2025-04-29T13:50:10.644" v="71"/>
          <ac:spMkLst>
            <pc:docMk/>
            <pc:sldMk cId="2419350290" sldId="262"/>
            <ac:spMk id="4" creationId="{5E644572-A1E4-1233-D044-B0FBB6057A45}"/>
          </ac:spMkLst>
        </pc:spChg>
        <pc:picChg chg="add mod">
          <ac:chgData name="Mathewos Dawit" userId="S::mdawit1@student.gsu.edu::87be4911-43e8-43ff-b2b1-72fae4a9af9f" providerId="AD" clId="Web-{652380CF-9755-6F90-127F-80704ECFB143}" dt="2025-04-29T14:15:30.228" v="138" actId="14100"/>
          <ac:picMkLst>
            <pc:docMk/>
            <pc:sldMk cId="2419350290" sldId="262"/>
            <ac:picMk id="5" creationId="{89224F33-B2E6-24EC-D4C9-7FC9D02D9769}"/>
          </ac:picMkLst>
        </pc:picChg>
        <pc:picChg chg="add del mod">
          <ac:chgData name="Mathewos Dawit" userId="S::mdawit1@student.gsu.edu::87be4911-43e8-43ff-b2b1-72fae4a9af9f" providerId="AD" clId="Web-{652380CF-9755-6F90-127F-80704ECFB143}" dt="2025-04-29T13:59:24.913" v="89"/>
          <ac:picMkLst>
            <pc:docMk/>
            <pc:sldMk cId="2419350290" sldId="262"/>
            <ac:picMk id="6" creationId="{75F7A01A-D536-5CD2-2958-57FC1132C3CE}"/>
          </ac:picMkLst>
        </pc:picChg>
        <pc:picChg chg="add mod">
          <ac:chgData name="Mathewos Dawit" userId="S::mdawit1@student.gsu.edu::87be4911-43e8-43ff-b2b1-72fae4a9af9f" providerId="AD" clId="Web-{652380CF-9755-6F90-127F-80704ECFB143}" dt="2025-04-29T14:15:35.197" v="139" actId="14100"/>
          <ac:picMkLst>
            <pc:docMk/>
            <pc:sldMk cId="2419350290" sldId="262"/>
            <ac:picMk id="7" creationId="{F8FFBD0A-484D-F095-9190-C40110016F42}"/>
          </ac:picMkLst>
        </pc:picChg>
      </pc:sldChg>
      <pc:sldChg chg="modSp">
        <pc:chgData name="Mathewos Dawit" userId="S::mdawit1@student.gsu.edu::87be4911-43e8-43ff-b2b1-72fae4a9af9f" providerId="AD" clId="Web-{652380CF-9755-6F90-127F-80704ECFB143}" dt="2025-04-29T14:15:09.055" v="136" actId="20577"/>
        <pc:sldMkLst>
          <pc:docMk/>
          <pc:sldMk cId="375412494" sldId="263"/>
        </pc:sldMkLst>
        <pc:spChg chg="mod">
          <ac:chgData name="Mathewos Dawit" userId="S::mdawit1@student.gsu.edu::87be4911-43e8-43ff-b2b1-72fae4a9af9f" providerId="AD" clId="Web-{652380CF-9755-6F90-127F-80704ECFB143}" dt="2025-04-29T14:15:09.055" v="136" actId="20577"/>
          <ac:spMkLst>
            <pc:docMk/>
            <pc:sldMk cId="375412494" sldId="263"/>
            <ac:spMk id="3" creationId="{081E1853-4B13-6363-7743-DDBC90587D2C}"/>
          </ac:spMkLst>
        </pc:spChg>
      </pc:sldChg>
      <pc:sldChg chg="modSp">
        <pc:chgData name="Mathewos Dawit" userId="S::mdawit1@student.gsu.edu::87be4911-43e8-43ff-b2b1-72fae4a9af9f" providerId="AD" clId="Web-{652380CF-9755-6F90-127F-80704ECFB143}" dt="2025-04-29T14:17:32.529" v="158" actId="20577"/>
        <pc:sldMkLst>
          <pc:docMk/>
          <pc:sldMk cId="1552303592" sldId="264"/>
        </pc:sldMkLst>
        <pc:spChg chg="mod">
          <ac:chgData name="Mathewos Dawit" userId="S::mdawit1@student.gsu.edu::87be4911-43e8-43ff-b2b1-72fae4a9af9f" providerId="AD" clId="Web-{652380CF-9755-6F90-127F-80704ECFB143}" dt="2025-04-29T14:17:32.529" v="158" actId="20577"/>
          <ac:spMkLst>
            <pc:docMk/>
            <pc:sldMk cId="1552303592" sldId="264"/>
            <ac:spMk id="3" creationId="{D2AE94F5-1B93-2E3C-37D1-E1D665256FC5}"/>
          </ac:spMkLst>
        </pc:spChg>
      </pc:sldChg>
      <pc:sldChg chg="modSp">
        <pc:chgData name="Mathewos Dawit" userId="S::mdawit1@student.gsu.edu::87be4911-43e8-43ff-b2b1-72fae4a9af9f" providerId="AD" clId="Web-{652380CF-9755-6F90-127F-80704ECFB143}" dt="2025-04-29T14:12:38.706" v="132" actId="20577"/>
        <pc:sldMkLst>
          <pc:docMk/>
          <pc:sldMk cId="958559772" sldId="265"/>
        </pc:sldMkLst>
        <pc:spChg chg="mod">
          <ac:chgData name="Mathewos Dawit" userId="S::mdawit1@student.gsu.edu::87be4911-43e8-43ff-b2b1-72fae4a9af9f" providerId="AD" clId="Web-{652380CF-9755-6F90-127F-80704ECFB143}" dt="2025-04-29T14:12:38.706" v="132" actId="20577"/>
          <ac:spMkLst>
            <pc:docMk/>
            <pc:sldMk cId="958559772" sldId="265"/>
            <ac:spMk id="3" creationId="{AF682164-E0FE-E367-CFAB-886F3353CD82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67FC65-E099-44C7-85DB-110AEF3E453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BE9EB2-269E-4DD8-ADB2-A521CD68EF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Broader Context:</a:t>
          </a:r>
          <a:r>
            <a:rPr lang="en-US"/>
            <a:t> Homelessness remains a pressing urban challenge in Atlanta.</a:t>
          </a:r>
        </a:p>
      </dgm:t>
    </dgm:pt>
    <dgm:pt modelId="{DB10578B-6EF5-4CD5-96E5-9C1062288B12}" type="parTrans" cxnId="{3FF711F5-BE1F-4A0B-8A06-A73AA5FCE715}">
      <dgm:prSet/>
      <dgm:spPr/>
      <dgm:t>
        <a:bodyPr/>
        <a:lstStyle/>
        <a:p>
          <a:endParaRPr lang="en-US"/>
        </a:p>
      </dgm:t>
    </dgm:pt>
    <dgm:pt modelId="{85C93066-6C40-49C5-982C-506C3D536FF5}" type="sibTrans" cxnId="{3FF711F5-BE1F-4A0B-8A06-A73AA5FCE715}">
      <dgm:prSet/>
      <dgm:spPr/>
      <dgm:t>
        <a:bodyPr/>
        <a:lstStyle/>
        <a:p>
          <a:endParaRPr lang="en-US"/>
        </a:p>
      </dgm:t>
    </dgm:pt>
    <dgm:pt modelId="{3BC36240-5003-4B8B-818A-217DB59FA9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Why It Matters:</a:t>
          </a:r>
          <a:r>
            <a:rPr lang="en-US"/>
            <a:t> Targeted interventions require fine-grained insight into where vulnerable populations concentrate and their demographic makeup.</a:t>
          </a:r>
        </a:p>
      </dgm:t>
    </dgm:pt>
    <dgm:pt modelId="{B1567E35-533B-4208-A50D-B7021CE3A705}" type="parTrans" cxnId="{2167C534-95B0-4700-99CE-0581D0923ADA}">
      <dgm:prSet/>
      <dgm:spPr/>
      <dgm:t>
        <a:bodyPr/>
        <a:lstStyle/>
        <a:p>
          <a:endParaRPr lang="en-US"/>
        </a:p>
      </dgm:t>
    </dgm:pt>
    <dgm:pt modelId="{F8F73BDB-30EE-4F7C-95F2-9635399E7A95}" type="sibTrans" cxnId="{2167C534-95B0-4700-99CE-0581D0923ADA}">
      <dgm:prSet/>
      <dgm:spPr/>
      <dgm:t>
        <a:bodyPr/>
        <a:lstStyle/>
        <a:p>
          <a:endParaRPr lang="en-US"/>
        </a:p>
      </dgm:t>
    </dgm:pt>
    <dgm:pt modelId="{091CCB44-9997-4DB1-8352-ABB7C56610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Gap:</a:t>
          </a:r>
          <a:r>
            <a:rPr lang="en-US"/>
            <a:t> Static reports lack interactivity and custom spatial filtering.</a:t>
          </a:r>
        </a:p>
      </dgm:t>
    </dgm:pt>
    <dgm:pt modelId="{D1F57BD5-56DF-4CE8-816C-930B9150E86F}" type="parTrans" cxnId="{010FF10E-6AF6-4103-9626-5DD9F7C62B28}">
      <dgm:prSet/>
      <dgm:spPr/>
      <dgm:t>
        <a:bodyPr/>
        <a:lstStyle/>
        <a:p>
          <a:endParaRPr lang="en-US"/>
        </a:p>
      </dgm:t>
    </dgm:pt>
    <dgm:pt modelId="{1A046921-1536-45C9-8CB7-4727A5C9AB60}" type="sibTrans" cxnId="{010FF10E-6AF6-4103-9626-5DD9F7C62B28}">
      <dgm:prSet/>
      <dgm:spPr/>
      <dgm:t>
        <a:bodyPr/>
        <a:lstStyle/>
        <a:p>
          <a:endParaRPr lang="en-US"/>
        </a:p>
      </dgm:t>
    </dgm:pt>
    <dgm:pt modelId="{6910B1D5-807C-4C90-B066-06684C475E87}" type="pres">
      <dgm:prSet presAssocID="{A667FC65-E099-44C7-85DB-110AEF3E4533}" presName="root" presStyleCnt="0">
        <dgm:presLayoutVars>
          <dgm:dir/>
          <dgm:resizeHandles val="exact"/>
        </dgm:presLayoutVars>
      </dgm:prSet>
      <dgm:spPr/>
    </dgm:pt>
    <dgm:pt modelId="{599AEA6A-145E-4B35-A3AD-F3888D844D7E}" type="pres">
      <dgm:prSet presAssocID="{8ABE9EB2-269E-4DD8-ADB2-A521CD68EFF2}" presName="compNode" presStyleCnt="0"/>
      <dgm:spPr/>
    </dgm:pt>
    <dgm:pt modelId="{05911576-3F49-41AC-8946-FBF07E96D0F0}" type="pres">
      <dgm:prSet presAssocID="{8ABE9EB2-269E-4DD8-ADB2-A521CD68EF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AC2AF67E-8929-4C27-AC1E-8F0E8023A496}" type="pres">
      <dgm:prSet presAssocID="{8ABE9EB2-269E-4DD8-ADB2-A521CD68EFF2}" presName="spaceRect" presStyleCnt="0"/>
      <dgm:spPr/>
    </dgm:pt>
    <dgm:pt modelId="{70B46AF6-AB6A-4E1A-B784-7540CF2B7FBC}" type="pres">
      <dgm:prSet presAssocID="{8ABE9EB2-269E-4DD8-ADB2-A521CD68EFF2}" presName="textRect" presStyleLbl="revTx" presStyleIdx="0" presStyleCnt="3">
        <dgm:presLayoutVars>
          <dgm:chMax val="1"/>
          <dgm:chPref val="1"/>
        </dgm:presLayoutVars>
      </dgm:prSet>
      <dgm:spPr/>
    </dgm:pt>
    <dgm:pt modelId="{1FFD365D-D4C1-48BD-9BDC-7D5CAB44D355}" type="pres">
      <dgm:prSet presAssocID="{85C93066-6C40-49C5-982C-506C3D536FF5}" presName="sibTrans" presStyleCnt="0"/>
      <dgm:spPr/>
    </dgm:pt>
    <dgm:pt modelId="{D9471C06-59A3-4232-BC96-12520C22BCDC}" type="pres">
      <dgm:prSet presAssocID="{3BC36240-5003-4B8B-818A-217DB59FA98D}" presName="compNode" presStyleCnt="0"/>
      <dgm:spPr/>
    </dgm:pt>
    <dgm:pt modelId="{FD0A8A5B-E4F9-4E0D-9027-43E41F72A20A}" type="pres">
      <dgm:prSet presAssocID="{3BC36240-5003-4B8B-818A-217DB59FA9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B2D1F0B4-56C2-4AF6-A1D0-52E6FCF7FCF9}" type="pres">
      <dgm:prSet presAssocID="{3BC36240-5003-4B8B-818A-217DB59FA98D}" presName="spaceRect" presStyleCnt="0"/>
      <dgm:spPr/>
    </dgm:pt>
    <dgm:pt modelId="{7875767B-584B-431C-9F86-8340F65A7B94}" type="pres">
      <dgm:prSet presAssocID="{3BC36240-5003-4B8B-818A-217DB59FA98D}" presName="textRect" presStyleLbl="revTx" presStyleIdx="1" presStyleCnt="3">
        <dgm:presLayoutVars>
          <dgm:chMax val="1"/>
          <dgm:chPref val="1"/>
        </dgm:presLayoutVars>
      </dgm:prSet>
      <dgm:spPr/>
    </dgm:pt>
    <dgm:pt modelId="{C936D84E-7EBE-4E4A-BC46-256F6CC71AE3}" type="pres">
      <dgm:prSet presAssocID="{F8F73BDB-30EE-4F7C-95F2-9635399E7A95}" presName="sibTrans" presStyleCnt="0"/>
      <dgm:spPr/>
    </dgm:pt>
    <dgm:pt modelId="{0CBFACF0-A260-4B5E-857B-7BBEF5694238}" type="pres">
      <dgm:prSet presAssocID="{091CCB44-9997-4DB1-8352-ABB7C566103F}" presName="compNode" presStyleCnt="0"/>
      <dgm:spPr/>
    </dgm:pt>
    <dgm:pt modelId="{BA1A85E6-B45E-4513-B67C-0B7601527F6E}" type="pres">
      <dgm:prSet presAssocID="{091CCB44-9997-4DB1-8352-ABB7C566103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249A489-46C3-4BD2-96ED-2D1AD0D64B19}" type="pres">
      <dgm:prSet presAssocID="{091CCB44-9997-4DB1-8352-ABB7C566103F}" presName="spaceRect" presStyleCnt="0"/>
      <dgm:spPr/>
    </dgm:pt>
    <dgm:pt modelId="{47273E36-4CA8-4112-8538-CF36E581AC1A}" type="pres">
      <dgm:prSet presAssocID="{091CCB44-9997-4DB1-8352-ABB7C566103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10FF10E-6AF6-4103-9626-5DD9F7C62B28}" srcId="{A667FC65-E099-44C7-85DB-110AEF3E4533}" destId="{091CCB44-9997-4DB1-8352-ABB7C566103F}" srcOrd="2" destOrd="0" parTransId="{D1F57BD5-56DF-4CE8-816C-930B9150E86F}" sibTransId="{1A046921-1536-45C9-8CB7-4727A5C9AB60}"/>
    <dgm:cxn modelId="{2167C534-95B0-4700-99CE-0581D0923ADA}" srcId="{A667FC65-E099-44C7-85DB-110AEF3E4533}" destId="{3BC36240-5003-4B8B-818A-217DB59FA98D}" srcOrd="1" destOrd="0" parTransId="{B1567E35-533B-4208-A50D-B7021CE3A705}" sibTransId="{F8F73BDB-30EE-4F7C-95F2-9635399E7A95}"/>
    <dgm:cxn modelId="{E556D65D-F8DB-47A0-986C-33196AD3B9AA}" type="presOf" srcId="{8ABE9EB2-269E-4DD8-ADB2-A521CD68EFF2}" destId="{70B46AF6-AB6A-4E1A-B784-7540CF2B7FBC}" srcOrd="0" destOrd="0" presId="urn:microsoft.com/office/officeart/2018/2/layout/IconLabelList"/>
    <dgm:cxn modelId="{2618D86B-A87E-4899-BAE4-204AA4F735BE}" type="presOf" srcId="{091CCB44-9997-4DB1-8352-ABB7C566103F}" destId="{47273E36-4CA8-4112-8538-CF36E581AC1A}" srcOrd="0" destOrd="0" presId="urn:microsoft.com/office/officeart/2018/2/layout/IconLabelList"/>
    <dgm:cxn modelId="{B6A541CF-720C-4410-9D29-BDA151965696}" type="presOf" srcId="{3BC36240-5003-4B8B-818A-217DB59FA98D}" destId="{7875767B-584B-431C-9F86-8340F65A7B94}" srcOrd="0" destOrd="0" presId="urn:microsoft.com/office/officeart/2018/2/layout/IconLabelList"/>
    <dgm:cxn modelId="{3FF711F5-BE1F-4A0B-8A06-A73AA5FCE715}" srcId="{A667FC65-E099-44C7-85DB-110AEF3E4533}" destId="{8ABE9EB2-269E-4DD8-ADB2-A521CD68EFF2}" srcOrd="0" destOrd="0" parTransId="{DB10578B-6EF5-4CD5-96E5-9C1062288B12}" sibTransId="{85C93066-6C40-49C5-982C-506C3D536FF5}"/>
    <dgm:cxn modelId="{2B89E3FE-2C7A-4AAC-B543-72F52F79B1EA}" type="presOf" srcId="{A667FC65-E099-44C7-85DB-110AEF3E4533}" destId="{6910B1D5-807C-4C90-B066-06684C475E87}" srcOrd="0" destOrd="0" presId="urn:microsoft.com/office/officeart/2018/2/layout/IconLabelList"/>
    <dgm:cxn modelId="{E2DA1971-F983-4D4A-A41B-5ED957DE18E0}" type="presParOf" srcId="{6910B1D5-807C-4C90-B066-06684C475E87}" destId="{599AEA6A-145E-4B35-A3AD-F3888D844D7E}" srcOrd="0" destOrd="0" presId="urn:microsoft.com/office/officeart/2018/2/layout/IconLabelList"/>
    <dgm:cxn modelId="{E20A095C-F76D-4E10-AE8E-266F00D78EF0}" type="presParOf" srcId="{599AEA6A-145E-4B35-A3AD-F3888D844D7E}" destId="{05911576-3F49-41AC-8946-FBF07E96D0F0}" srcOrd="0" destOrd="0" presId="urn:microsoft.com/office/officeart/2018/2/layout/IconLabelList"/>
    <dgm:cxn modelId="{7B19C29C-5398-4499-9B9A-48BE7A002004}" type="presParOf" srcId="{599AEA6A-145E-4B35-A3AD-F3888D844D7E}" destId="{AC2AF67E-8929-4C27-AC1E-8F0E8023A496}" srcOrd="1" destOrd="0" presId="urn:microsoft.com/office/officeart/2018/2/layout/IconLabelList"/>
    <dgm:cxn modelId="{91E88B84-5007-4386-8F80-12897AF65B0C}" type="presParOf" srcId="{599AEA6A-145E-4B35-A3AD-F3888D844D7E}" destId="{70B46AF6-AB6A-4E1A-B784-7540CF2B7FBC}" srcOrd="2" destOrd="0" presId="urn:microsoft.com/office/officeart/2018/2/layout/IconLabelList"/>
    <dgm:cxn modelId="{85F1053A-1A83-4276-A2B6-9B3ABA3F06E2}" type="presParOf" srcId="{6910B1D5-807C-4C90-B066-06684C475E87}" destId="{1FFD365D-D4C1-48BD-9BDC-7D5CAB44D355}" srcOrd="1" destOrd="0" presId="urn:microsoft.com/office/officeart/2018/2/layout/IconLabelList"/>
    <dgm:cxn modelId="{60D2E12A-0DBE-4E3D-9065-0044728EAF6F}" type="presParOf" srcId="{6910B1D5-807C-4C90-B066-06684C475E87}" destId="{D9471C06-59A3-4232-BC96-12520C22BCDC}" srcOrd="2" destOrd="0" presId="urn:microsoft.com/office/officeart/2018/2/layout/IconLabelList"/>
    <dgm:cxn modelId="{6DBECC9A-04E5-497A-A9B8-F6D7AB616D7E}" type="presParOf" srcId="{D9471C06-59A3-4232-BC96-12520C22BCDC}" destId="{FD0A8A5B-E4F9-4E0D-9027-43E41F72A20A}" srcOrd="0" destOrd="0" presId="urn:microsoft.com/office/officeart/2018/2/layout/IconLabelList"/>
    <dgm:cxn modelId="{3BDE6B8C-1261-414B-B08D-204BAE8102D6}" type="presParOf" srcId="{D9471C06-59A3-4232-BC96-12520C22BCDC}" destId="{B2D1F0B4-56C2-4AF6-A1D0-52E6FCF7FCF9}" srcOrd="1" destOrd="0" presId="urn:microsoft.com/office/officeart/2018/2/layout/IconLabelList"/>
    <dgm:cxn modelId="{BE622DAB-BD53-41C6-A368-A937149BD44E}" type="presParOf" srcId="{D9471C06-59A3-4232-BC96-12520C22BCDC}" destId="{7875767B-584B-431C-9F86-8340F65A7B94}" srcOrd="2" destOrd="0" presId="urn:microsoft.com/office/officeart/2018/2/layout/IconLabelList"/>
    <dgm:cxn modelId="{95D85432-6DC5-4B8C-ACDE-BD4327CF70E8}" type="presParOf" srcId="{6910B1D5-807C-4C90-B066-06684C475E87}" destId="{C936D84E-7EBE-4E4A-BC46-256F6CC71AE3}" srcOrd="3" destOrd="0" presId="urn:microsoft.com/office/officeart/2018/2/layout/IconLabelList"/>
    <dgm:cxn modelId="{75EEE8F8-F6E9-476D-B0A8-7EB9B6A76387}" type="presParOf" srcId="{6910B1D5-807C-4C90-B066-06684C475E87}" destId="{0CBFACF0-A260-4B5E-857B-7BBEF5694238}" srcOrd="4" destOrd="0" presId="urn:microsoft.com/office/officeart/2018/2/layout/IconLabelList"/>
    <dgm:cxn modelId="{BAA9DAE1-FE95-4BB4-9F18-34E28691D851}" type="presParOf" srcId="{0CBFACF0-A260-4B5E-857B-7BBEF5694238}" destId="{BA1A85E6-B45E-4513-B67C-0B7601527F6E}" srcOrd="0" destOrd="0" presId="urn:microsoft.com/office/officeart/2018/2/layout/IconLabelList"/>
    <dgm:cxn modelId="{263DE399-29A4-4B08-8B3F-10E64226702B}" type="presParOf" srcId="{0CBFACF0-A260-4B5E-857B-7BBEF5694238}" destId="{3249A489-46C3-4BD2-96ED-2D1AD0D64B19}" srcOrd="1" destOrd="0" presId="urn:microsoft.com/office/officeart/2018/2/layout/IconLabelList"/>
    <dgm:cxn modelId="{04976FD7-5557-4010-8593-1863C20EC655}" type="presParOf" srcId="{0CBFACF0-A260-4B5E-857B-7BBEF5694238}" destId="{47273E36-4CA8-4112-8538-CF36E581AC1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C279DC-1285-402B-A792-FEC23030DD0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B9949E-BFD2-4F2A-BA27-76C861A17746}">
      <dgm:prSet/>
      <dgm:spPr/>
      <dgm:t>
        <a:bodyPr/>
        <a:lstStyle/>
        <a:p>
          <a:r>
            <a:rPr lang="en-US" b="1"/>
            <a:t>Dynamic Exploration:</a:t>
          </a:r>
          <a:r>
            <a:rPr lang="en-US"/>
            <a:t> User-drawn polygons effectively reveal localized demographic variations, often differing significantly from broader tract or cluster patterns.</a:t>
          </a:r>
        </a:p>
      </dgm:t>
    </dgm:pt>
    <dgm:pt modelId="{5C6A0C23-85A0-46EC-8483-E05E4AA5F322}" type="parTrans" cxnId="{95BD6C8D-DB99-4928-97C1-199541276A8D}">
      <dgm:prSet/>
      <dgm:spPr/>
      <dgm:t>
        <a:bodyPr/>
        <a:lstStyle/>
        <a:p>
          <a:endParaRPr lang="en-US"/>
        </a:p>
      </dgm:t>
    </dgm:pt>
    <dgm:pt modelId="{0A5E84E7-56AF-4C91-8CBF-486AE227B964}" type="sibTrans" cxnId="{95BD6C8D-DB99-4928-97C1-199541276A8D}">
      <dgm:prSet/>
      <dgm:spPr/>
      <dgm:t>
        <a:bodyPr/>
        <a:lstStyle/>
        <a:p>
          <a:endParaRPr lang="en-US"/>
        </a:p>
      </dgm:t>
    </dgm:pt>
    <dgm:pt modelId="{0AED4881-329C-4284-BD07-7E97E8245DA5}">
      <dgm:prSet/>
      <dgm:spPr/>
      <dgm:t>
        <a:bodyPr/>
        <a:lstStyle/>
        <a:p>
          <a:r>
            <a:rPr lang="en-US" b="1"/>
            <a:t>Demographic Hotspots:</a:t>
          </a:r>
          <a:r>
            <a:rPr lang="en-US"/>
            <a:t> Confirmed ability to identify areas with distinct demographic concentrations (e.g., higher proportion of '18-34' age group near downtown cluster).</a:t>
          </a:r>
        </a:p>
      </dgm:t>
    </dgm:pt>
    <dgm:pt modelId="{50B26F20-422A-43D1-9824-9C389A8F2647}" type="parTrans" cxnId="{EA68583F-662E-41DD-B557-CC4EF0C4DE9F}">
      <dgm:prSet/>
      <dgm:spPr/>
      <dgm:t>
        <a:bodyPr/>
        <a:lstStyle/>
        <a:p>
          <a:endParaRPr lang="en-US"/>
        </a:p>
      </dgm:t>
    </dgm:pt>
    <dgm:pt modelId="{D98E1A52-3299-442C-A901-AE30390A65FF}" type="sibTrans" cxnId="{EA68583F-662E-41DD-B557-CC4EF0C4DE9F}">
      <dgm:prSet/>
      <dgm:spPr/>
      <dgm:t>
        <a:bodyPr/>
        <a:lstStyle/>
        <a:p>
          <a:endParaRPr lang="en-US"/>
        </a:p>
      </dgm:t>
    </dgm:pt>
    <dgm:pt modelId="{23055346-C6C6-4292-800C-4442B11A60DD}">
      <dgm:prSet/>
      <dgm:spPr/>
      <dgm:t>
        <a:bodyPr/>
        <a:lstStyle/>
        <a:p>
          <a:r>
            <a:rPr lang="en-US" b="1"/>
            <a:t>Statistical Significance:</a:t>
          </a:r>
          <a:r>
            <a:rPr lang="en-US"/>
            <a:t> Chi-Squared tests frequently showed </a:t>
          </a:r>
          <a:r>
            <a:rPr lang="en-US" b="1"/>
            <a:t>statistically significant differences (p &lt; 0.05)</a:t>
          </a:r>
          <a:r>
            <a:rPr lang="en-US"/>
            <a:t> between the demographic makeup (especially age and ethnicity) of user-selected dense areas and the overall city average, validating the spatial heterogeneity. </a:t>
          </a:r>
        </a:p>
      </dgm:t>
    </dgm:pt>
    <dgm:pt modelId="{4BE659B9-A10A-4973-A226-99EAE828577B}" type="parTrans" cxnId="{216C3FB6-ADE2-4E3C-89E9-6EB5A001C0A0}">
      <dgm:prSet/>
      <dgm:spPr/>
      <dgm:t>
        <a:bodyPr/>
        <a:lstStyle/>
        <a:p>
          <a:endParaRPr lang="en-US"/>
        </a:p>
      </dgm:t>
    </dgm:pt>
    <dgm:pt modelId="{4D3EF231-D81C-44F2-9B61-9218B42CA949}" type="sibTrans" cxnId="{216C3FB6-ADE2-4E3C-89E9-6EB5A001C0A0}">
      <dgm:prSet/>
      <dgm:spPr/>
      <dgm:t>
        <a:bodyPr/>
        <a:lstStyle/>
        <a:p>
          <a:endParaRPr lang="en-US"/>
        </a:p>
      </dgm:t>
    </dgm:pt>
    <dgm:pt modelId="{A1F92084-3500-4924-A774-1ECAF7F786CB}">
      <dgm:prSet/>
      <dgm:spPr/>
      <dgm:t>
        <a:bodyPr/>
        <a:lstStyle/>
        <a:p>
          <a:r>
            <a:rPr lang="en-US" b="1"/>
            <a:t>Performance:</a:t>
          </a:r>
          <a:r>
            <a:rPr lang="en-US"/>
            <a:t> On-demand PostGIS queries and backend analysis (including stats) remained efficient, typically returning results within milliseconds for interactively drawn polygons using the </a:t>
          </a:r>
          <a:r>
            <a:rPr lang="en-US" b="1"/>
            <a:t>~2,550 record dataset</a:t>
          </a:r>
          <a:r>
            <a:rPr lang="en-US"/>
            <a:t>.</a:t>
          </a:r>
        </a:p>
      </dgm:t>
    </dgm:pt>
    <dgm:pt modelId="{FA904093-636A-40E5-B9E5-6CE0078A6992}" type="parTrans" cxnId="{40598713-BA40-4C6C-9E7D-AC586EECED3E}">
      <dgm:prSet/>
      <dgm:spPr/>
      <dgm:t>
        <a:bodyPr/>
        <a:lstStyle/>
        <a:p>
          <a:endParaRPr lang="en-US"/>
        </a:p>
      </dgm:t>
    </dgm:pt>
    <dgm:pt modelId="{0C2131BE-D6A8-4149-8E99-AA8EBC8844E7}" type="sibTrans" cxnId="{40598713-BA40-4C6C-9E7D-AC586EECED3E}">
      <dgm:prSet/>
      <dgm:spPr/>
      <dgm:t>
        <a:bodyPr/>
        <a:lstStyle/>
        <a:p>
          <a:endParaRPr lang="en-US"/>
        </a:p>
      </dgm:t>
    </dgm:pt>
    <dgm:pt modelId="{F3B64E8D-5F1E-0D4E-A1BD-D267A76FF446}" type="pres">
      <dgm:prSet presAssocID="{DBC279DC-1285-402B-A792-FEC23030DD06}" presName="linear" presStyleCnt="0">
        <dgm:presLayoutVars>
          <dgm:animLvl val="lvl"/>
          <dgm:resizeHandles val="exact"/>
        </dgm:presLayoutVars>
      </dgm:prSet>
      <dgm:spPr/>
    </dgm:pt>
    <dgm:pt modelId="{763F3DAE-B9B8-B545-A457-AC477F2B3012}" type="pres">
      <dgm:prSet presAssocID="{E6B9949E-BFD2-4F2A-BA27-76C861A1774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2402492-1862-404B-A78B-FA372BC1AAA2}" type="pres">
      <dgm:prSet presAssocID="{0A5E84E7-56AF-4C91-8CBF-486AE227B964}" presName="spacer" presStyleCnt="0"/>
      <dgm:spPr/>
    </dgm:pt>
    <dgm:pt modelId="{14B480A0-A01E-9043-8F98-1970E4E41AE3}" type="pres">
      <dgm:prSet presAssocID="{0AED4881-329C-4284-BD07-7E97E8245DA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D3E2A1-A566-7844-99C0-300DD047BB97}" type="pres">
      <dgm:prSet presAssocID="{D98E1A52-3299-442C-A901-AE30390A65FF}" presName="spacer" presStyleCnt="0"/>
      <dgm:spPr/>
    </dgm:pt>
    <dgm:pt modelId="{C4F9925B-7221-CC43-94C2-71B187890954}" type="pres">
      <dgm:prSet presAssocID="{23055346-C6C6-4292-800C-4442B11A60D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50B1172-0A4B-204B-B918-D4B82AF0FA4F}" type="pres">
      <dgm:prSet presAssocID="{4D3EF231-D81C-44F2-9B61-9218B42CA949}" presName="spacer" presStyleCnt="0"/>
      <dgm:spPr/>
    </dgm:pt>
    <dgm:pt modelId="{2244CABB-1315-4142-9ECD-0E1AC28A5043}" type="pres">
      <dgm:prSet presAssocID="{A1F92084-3500-4924-A774-1ECAF7F786C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F044504-D613-F041-9202-68A0E09A18E5}" type="presOf" srcId="{23055346-C6C6-4292-800C-4442B11A60DD}" destId="{C4F9925B-7221-CC43-94C2-71B187890954}" srcOrd="0" destOrd="0" presId="urn:microsoft.com/office/officeart/2005/8/layout/vList2"/>
    <dgm:cxn modelId="{7E710B08-DDC8-D04C-A5B4-E85B0BE5A353}" type="presOf" srcId="{0AED4881-329C-4284-BD07-7E97E8245DA5}" destId="{14B480A0-A01E-9043-8F98-1970E4E41AE3}" srcOrd="0" destOrd="0" presId="urn:microsoft.com/office/officeart/2005/8/layout/vList2"/>
    <dgm:cxn modelId="{40598713-BA40-4C6C-9E7D-AC586EECED3E}" srcId="{DBC279DC-1285-402B-A792-FEC23030DD06}" destId="{A1F92084-3500-4924-A774-1ECAF7F786CB}" srcOrd="3" destOrd="0" parTransId="{FA904093-636A-40E5-B9E5-6CE0078A6992}" sibTransId="{0C2131BE-D6A8-4149-8E99-AA8EBC8844E7}"/>
    <dgm:cxn modelId="{A5C9111C-EC58-F04B-B724-C027DB763196}" type="presOf" srcId="{E6B9949E-BFD2-4F2A-BA27-76C861A17746}" destId="{763F3DAE-B9B8-B545-A457-AC477F2B3012}" srcOrd="0" destOrd="0" presId="urn:microsoft.com/office/officeart/2005/8/layout/vList2"/>
    <dgm:cxn modelId="{EA68583F-662E-41DD-B557-CC4EF0C4DE9F}" srcId="{DBC279DC-1285-402B-A792-FEC23030DD06}" destId="{0AED4881-329C-4284-BD07-7E97E8245DA5}" srcOrd="1" destOrd="0" parTransId="{50B26F20-422A-43D1-9824-9C389A8F2647}" sibTransId="{D98E1A52-3299-442C-A901-AE30390A65FF}"/>
    <dgm:cxn modelId="{95BD6C8D-DB99-4928-97C1-199541276A8D}" srcId="{DBC279DC-1285-402B-A792-FEC23030DD06}" destId="{E6B9949E-BFD2-4F2A-BA27-76C861A17746}" srcOrd="0" destOrd="0" parTransId="{5C6A0C23-85A0-46EC-8483-E05E4AA5F322}" sibTransId="{0A5E84E7-56AF-4C91-8CBF-486AE227B964}"/>
    <dgm:cxn modelId="{216C3FB6-ADE2-4E3C-89E9-6EB5A001C0A0}" srcId="{DBC279DC-1285-402B-A792-FEC23030DD06}" destId="{23055346-C6C6-4292-800C-4442B11A60DD}" srcOrd="2" destOrd="0" parTransId="{4BE659B9-A10A-4973-A226-99EAE828577B}" sibTransId="{4D3EF231-D81C-44F2-9B61-9218B42CA949}"/>
    <dgm:cxn modelId="{F96904CC-EC8F-DD48-83A5-FC76ADA8DBE0}" type="presOf" srcId="{A1F92084-3500-4924-A774-1ECAF7F786CB}" destId="{2244CABB-1315-4142-9ECD-0E1AC28A5043}" srcOrd="0" destOrd="0" presId="urn:microsoft.com/office/officeart/2005/8/layout/vList2"/>
    <dgm:cxn modelId="{DA753BFD-46BA-354D-AF2A-42968538A7B2}" type="presOf" srcId="{DBC279DC-1285-402B-A792-FEC23030DD06}" destId="{F3B64E8D-5F1E-0D4E-A1BD-D267A76FF446}" srcOrd="0" destOrd="0" presId="urn:microsoft.com/office/officeart/2005/8/layout/vList2"/>
    <dgm:cxn modelId="{EB43F287-82AA-7349-8BDC-C204455CD9FE}" type="presParOf" srcId="{F3B64E8D-5F1E-0D4E-A1BD-D267A76FF446}" destId="{763F3DAE-B9B8-B545-A457-AC477F2B3012}" srcOrd="0" destOrd="0" presId="urn:microsoft.com/office/officeart/2005/8/layout/vList2"/>
    <dgm:cxn modelId="{5220CCDD-BBDB-064C-83AD-207F58AD7004}" type="presParOf" srcId="{F3B64E8D-5F1E-0D4E-A1BD-D267A76FF446}" destId="{72402492-1862-404B-A78B-FA372BC1AAA2}" srcOrd="1" destOrd="0" presId="urn:microsoft.com/office/officeart/2005/8/layout/vList2"/>
    <dgm:cxn modelId="{9993E93A-759A-0F43-ADA3-8E5481882934}" type="presParOf" srcId="{F3B64E8D-5F1E-0D4E-A1BD-D267A76FF446}" destId="{14B480A0-A01E-9043-8F98-1970E4E41AE3}" srcOrd="2" destOrd="0" presId="urn:microsoft.com/office/officeart/2005/8/layout/vList2"/>
    <dgm:cxn modelId="{36FBC064-4C57-3A44-8FC9-CBF9CF7224A8}" type="presParOf" srcId="{F3B64E8D-5F1E-0D4E-A1BD-D267A76FF446}" destId="{74D3E2A1-A566-7844-99C0-300DD047BB97}" srcOrd="3" destOrd="0" presId="urn:microsoft.com/office/officeart/2005/8/layout/vList2"/>
    <dgm:cxn modelId="{2FE142A8-B976-4343-9785-27A07DECB176}" type="presParOf" srcId="{F3B64E8D-5F1E-0D4E-A1BD-D267A76FF446}" destId="{C4F9925B-7221-CC43-94C2-71B187890954}" srcOrd="4" destOrd="0" presId="urn:microsoft.com/office/officeart/2005/8/layout/vList2"/>
    <dgm:cxn modelId="{8AD3734D-82B7-8E48-AA48-0D409AC3AE91}" type="presParOf" srcId="{F3B64E8D-5F1E-0D4E-A1BD-D267A76FF446}" destId="{850B1172-0A4B-204B-B918-D4B82AF0FA4F}" srcOrd="5" destOrd="0" presId="urn:microsoft.com/office/officeart/2005/8/layout/vList2"/>
    <dgm:cxn modelId="{AEE6364D-6F2C-CC4B-B891-2A1BD5BE6E2C}" type="presParOf" srcId="{F3B64E8D-5F1E-0D4E-A1BD-D267A76FF446}" destId="{2244CABB-1315-4142-9ECD-0E1AC28A504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11576-3F49-41AC-8946-FBF07E96D0F0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46AF6-AB6A-4E1A-B784-7540CF2B7FBC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Broader Context:</a:t>
          </a:r>
          <a:r>
            <a:rPr lang="en-US" sz="1100" kern="1200"/>
            <a:t> Homelessness remains a pressing urban challenge in Atlanta.</a:t>
          </a:r>
        </a:p>
      </dsp:txBody>
      <dsp:txXfrm>
        <a:off x="417971" y="2644140"/>
        <a:ext cx="2889450" cy="720000"/>
      </dsp:txXfrm>
    </dsp:sp>
    <dsp:sp modelId="{FD0A8A5B-E4F9-4E0D-9027-43E41F72A20A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5767B-584B-431C-9F86-8340F65A7B94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Why It Matters:</a:t>
          </a:r>
          <a:r>
            <a:rPr lang="en-US" sz="1100" kern="1200"/>
            <a:t> Targeted interventions require fine-grained insight into where vulnerable populations concentrate and their demographic makeup.</a:t>
          </a:r>
        </a:p>
      </dsp:txBody>
      <dsp:txXfrm>
        <a:off x="3813075" y="2644140"/>
        <a:ext cx="2889450" cy="720000"/>
      </dsp:txXfrm>
    </dsp:sp>
    <dsp:sp modelId="{BA1A85E6-B45E-4513-B67C-0B7601527F6E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73E36-4CA8-4112-8538-CF36E581AC1A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Gap:</a:t>
          </a:r>
          <a:r>
            <a:rPr lang="en-US" sz="1100" kern="1200"/>
            <a:t> Static reports lack interactivity and custom spatial filtering.</a:t>
          </a:r>
        </a:p>
      </dsp:txBody>
      <dsp:txXfrm>
        <a:off x="7208178" y="2644140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3F3DAE-B9B8-B545-A457-AC477F2B3012}">
      <dsp:nvSpPr>
        <dsp:cNvPr id="0" name=""/>
        <dsp:cNvSpPr/>
      </dsp:nvSpPr>
      <dsp:spPr>
        <a:xfrm>
          <a:off x="0" y="84046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Dynamic Exploration:</a:t>
          </a:r>
          <a:r>
            <a:rPr lang="en-US" sz="1800" kern="1200"/>
            <a:t> User-drawn polygons effectively reveal localized demographic variations, often differing significantly from broader tract or cluster patterns.</a:t>
          </a:r>
        </a:p>
      </dsp:txBody>
      <dsp:txXfrm>
        <a:off x="49154" y="133200"/>
        <a:ext cx="10417292" cy="908623"/>
      </dsp:txXfrm>
    </dsp:sp>
    <dsp:sp modelId="{14B480A0-A01E-9043-8F98-1970E4E41AE3}">
      <dsp:nvSpPr>
        <dsp:cNvPr id="0" name=""/>
        <dsp:cNvSpPr/>
      </dsp:nvSpPr>
      <dsp:spPr>
        <a:xfrm>
          <a:off x="0" y="1142817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Demographic Hotspots:</a:t>
          </a:r>
          <a:r>
            <a:rPr lang="en-US" sz="1800" kern="1200"/>
            <a:t> Confirmed ability to identify areas with distinct demographic concentrations (e.g., higher proportion of '18-34' age group near downtown cluster).</a:t>
          </a:r>
        </a:p>
      </dsp:txBody>
      <dsp:txXfrm>
        <a:off x="49154" y="1191971"/>
        <a:ext cx="10417292" cy="908623"/>
      </dsp:txXfrm>
    </dsp:sp>
    <dsp:sp modelId="{C4F9925B-7221-CC43-94C2-71B187890954}">
      <dsp:nvSpPr>
        <dsp:cNvPr id="0" name=""/>
        <dsp:cNvSpPr/>
      </dsp:nvSpPr>
      <dsp:spPr>
        <a:xfrm>
          <a:off x="0" y="2201589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Statistical Significance:</a:t>
          </a:r>
          <a:r>
            <a:rPr lang="en-US" sz="1800" kern="1200"/>
            <a:t> Chi-Squared tests frequently showed </a:t>
          </a:r>
          <a:r>
            <a:rPr lang="en-US" sz="1800" b="1" kern="1200"/>
            <a:t>statistically significant differences (p &lt; 0.05)</a:t>
          </a:r>
          <a:r>
            <a:rPr lang="en-US" sz="1800" kern="1200"/>
            <a:t> between the demographic makeup (especially age and ethnicity) of user-selected dense areas and the overall city average, validating the spatial heterogeneity. </a:t>
          </a:r>
        </a:p>
      </dsp:txBody>
      <dsp:txXfrm>
        <a:off x="49154" y="2250743"/>
        <a:ext cx="10417292" cy="908623"/>
      </dsp:txXfrm>
    </dsp:sp>
    <dsp:sp modelId="{2244CABB-1315-4142-9ECD-0E1AC28A5043}">
      <dsp:nvSpPr>
        <dsp:cNvPr id="0" name=""/>
        <dsp:cNvSpPr/>
      </dsp:nvSpPr>
      <dsp:spPr>
        <a:xfrm>
          <a:off x="0" y="3260360"/>
          <a:ext cx="10515600" cy="10069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Performance:</a:t>
          </a:r>
          <a:r>
            <a:rPr lang="en-US" sz="1800" kern="1200"/>
            <a:t> On-demand PostGIS queries and backend analysis (including stats) remained efficient, typically returning results within milliseconds for interactively drawn polygons using the </a:t>
          </a:r>
          <a:r>
            <a:rPr lang="en-US" sz="1800" b="1" kern="1200"/>
            <a:t>~2,550 record dataset</a:t>
          </a:r>
          <a:r>
            <a:rPr lang="en-US" sz="1800" kern="1200"/>
            <a:t>.</a:t>
          </a:r>
        </a:p>
      </dsp:txBody>
      <dsp:txXfrm>
        <a:off x="49154" y="3309514"/>
        <a:ext cx="10417292" cy="9086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0F99D1-B190-384C-ABD7-A302E7A2A753}" type="datetimeFigureOut">
              <a:rPr lang="en-US" smtClean="0"/>
              <a:t>4/29/25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0161F-74D1-7840-93C0-C5D8C4DD14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18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Dhanush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0161F-74D1-7840-93C0-C5D8C4DD14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73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Dhanush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0161F-74D1-7840-93C0-C5D8C4DD14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079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Dhanush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0161F-74D1-7840-93C0-C5D8C4DD14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62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Dhanush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0161F-74D1-7840-93C0-C5D8C4DD14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0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Dhanush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0161F-74D1-7840-93C0-C5D8C4DD14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92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70A5-C38B-17CF-4FF1-88AA375A3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608A5-F751-E233-F4D5-EC06EE650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A25BE-62CB-CE6B-930D-14669ED4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F43BB-DB7A-7126-DDDE-B04E182F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2C4DE-21C2-3777-AA2F-9483C158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86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F2FB-6603-FEE8-DE55-F32CB45BB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EB99A-04F7-F309-F657-40C33C913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C448D-4C3B-F851-8542-F0DE2AEF6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49C99-3355-9E1B-AAA1-712A97F85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D82B1-1B41-863E-5B92-AA83F24A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9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FEA1F-76A8-862A-B3AB-84F9B8D60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C4E57-07C3-C981-DDA4-E8932278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7B383-009B-0822-98A3-2E69B3CA2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BBDD0-6603-8885-11C7-5294969E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EE4B1-50B2-2E31-B56E-401BEE68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9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D3EB-F9DD-6B3D-36D9-8F4D3DCC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52DF-CF0B-1FA5-F571-67A0A3DA1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4B72E-DA57-2EF0-BCB7-463D93EE1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E7D51-457A-3428-6179-21C6C3936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BC128-98A2-21F0-681B-3713CDC28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D473F-FE6E-018F-2036-1C6FC9F53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7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919B-77D5-4FA7-CEF4-387AC1031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3FE82-63C1-9FFD-433D-95340B9DB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C6C9D-A822-1ACD-9542-DADCEDB49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A91BB-0BAD-BC14-0B00-35A88CFC2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89B1B-9F5D-B3B1-EBBC-8994E0FC3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0BF0B3-3164-F912-B207-E0AD28D52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A4C06D-2735-F666-BD1F-FF4A0DFBD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4FC917-C5D5-6EF4-CF01-97A87A723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4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251FB-D2DA-8C92-8DE1-3E9BD8AF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12D47-B56A-800F-5175-5F75EAF8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20937-DE0D-5725-845E-06B793468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E2CF3-D55E-14E4-CD6E-552B27A7C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11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A0F02-A071-4232-EEF9-4A3CBAC8F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9BCDD7-A5C3-826C-7F96-3317C19B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21D2B-034E-8EB5-5113-29396439E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4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8069-5A99-A0FF-BB89-2EA60168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246B1-2D6C-5725-5335-D228BE46C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3923C-2C22-D852-3B7C-E21BCD4C4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54345-1EE9-E28B-0445-AA8642C8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87488-D097-4E96-94B4-DF3DCEE8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B4648-542A-C5D7-2B81-D3809AF95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96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BDAAB-27F0-829A-3856-6558A0FD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4F1FC-8075-CF3B-CBDB-0CF2FCEBC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DFAD6-B964-960E-642C-3226B99B9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3CE71-D5AB-5CF8-6218-F41BE3525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D8295-15E5-2187-C2F7-4668D030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4D23B-4342-DD50-BC15-FEA1357E9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9551A-8533-38CF-8D2D-2BB541E52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EC2E6-DA03-1283-9BB7-FFAAA2AF4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16933-FE90-E0A0-7BFE-A18C15F24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20799-62A4-6CEA-0ED4-72FB27BBE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4BE08-8548-2A7F-7A99-0CB732CF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8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E758-0B1F-A6AC-E561-F6181A935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DA5FD-63D2-C7BB-A43C-2A7C43C5E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E3636-346E-5C07-5AB9-244E1D386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37D8B-8231-E7D7-CDDA-D1AA9FF1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20DA1-52BF-C044-F37A-1F4CE882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33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E59BC8-BE19-5975-BA39-77A242C3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CFB6B-F700-F716-B709-99F982D1D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411CE-60A2-FE92-3DE2-4209FB972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40FEB1-5055-AA49-89BE-8455B3AC6CB5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1812F-4991-25EB-2ADB-D8F5FDDB9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FC63D-FDF0-A1CF-558B-C5832EE9F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4C8646-5908-4F46-8100-5092F0A03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8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1.pn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22D7A-2427-0659-06FA-240D013DF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Interactive Homelessness Demographics Explorer for Atlanta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A5FAA-6E8C-2474-3149-5DD723CEB3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By: Dhanush Reddy Pucha and Mathew Dawit</a:t>
            </a:r>
          </a:p>
          <a:p>
            <a:r>
              <a:rPr lang="en-US"/>
              <a:t>CSC 4730 Data Visualization </a:t>
            </a:r>
          </a:p>
        </p:txBody>
      </p:sp>
      <p:pic>
        <p:nvPicPr>
          <p:cNvPr id="5" name="Audio Recording Apr 29, 2025 at 8:14:39 PM">
            <a:hlinkClick r:id="" action="ppaction://media"/>
            <a:extLst>
              <a:ext uri="{FF2B5EF4-FFF2-40B4-BE49-F238E27FC236}">
                <a16:creationId xmlns:a16="http://schemas.microsoft.com/office/drawing/2014/main" id="{7BB580AF-C788-147F-ED2E-400B0C99AA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9387" y="5631035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1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1C023-F2AC-18AA-87A3-C0C9E73F8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&amp; Motivation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4B9C5F6-2716-6E6F-2AF3-DC6AE6DE40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4" name="Audio Recording Apr 29, 2025 at 8:16:27 PM">
            <a:hlinkClick r:id="" action="ppaction://media"/>
            <a:extLst>
              <a:ext uri="{FF2B5EF4-FFF2-40B4-BE49-F238E27FC236}">
                <a16:creationId xmlns:a16="http://schemas.microsoft.com/office/drawing/2014/main" id="{54A97551-64AB-C329-9CFE-249192B3B9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63124" y="5513691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16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669600-BCBB-8AF7-BCD5-3D338170B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Research Questions &amp; Claims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8984-E208-5183-A989-7FBCE71B8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/>
              <a:t>Guiding Questions: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Where are “hotspots” of homelessness in Atlanta?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What age/sex/ethnicity patterns exist within user-defined areas?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Can a dynamic tool outperform pre-defined cluster analyses?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Claims: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Empowering users to draw arbitrary polygons yields richer insights than static clustering.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Demographic breakdowns change meaningfully with area size and location.</a:t>
            </a:r>
          </a:p>
        </p:txBody>
      </p:sp>
      <p:pic>
        <p:nvPicPr>
          <p:cNvPr id="4" name="Audio Recording Apr 29, 2025 at 8:18:12 PM">
            <a:hlinkClick r:id="" action="ppaction://media"/>
            <a:extLst>
              <a:ext uri="{FF2B5EF4-FFF2-40B4-BE49-F238E27FC236}">
                <a16:creationId xmlns:a16="http://schemas.microsoft.com/office/drawing/2014/main" id="{74807820-68BF-43C3-D1F1-0E3E10BFB1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8165" y="5298028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6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2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82E81C-62D8-4678-BA6F-9188838F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A1288-91E1-AE3B-A743-78541ADE8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Core Datasets Used:</a:t>
            </a: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Geographic Boundaries: </a:t>
            </a:r>
            <a:r>
              <a:rPr lang="en-US" sz="1800">
                <a:solidFill>
                  <a:schemeClr val="tx2"/>
                </a:solidFill>
              </a:rPr>
              <a:t>2024 TIGER/Line Census Tracts for Georgia.</a:t>
            </a: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Homelessness Data: </a:t>
            </a:r>
            <a:r>
              <a:rPr lang="en-US" sz="1800">
                <a:solidFill>
                  <a:schemeClr val="tx2"/>
                </a:solidFill>
              </a:rPr>
              <a:t>Simulated Point-in-Time (PIT) count data (~2,550 incident points representing individuals).</a:t>
            </a:r>
          </a:p>
          <a:p>
            <a:pPr lvl="1"/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Simulation included spatial clustering (Downtown/Midtown, Buckhead, East Atlanta) and background noise to mimic real-world distributions.</a:t>
            </a:r>
            <a:endParaRPr lang="en-US" sz="1800">
              <a:solidFill>
                <a:schemeClr val="tx2"/>
              </a:solidFill>
            </a:endParaRPr>
          </a:p>
          <a:p>
            <a:pPr lvl="2"/>
            <a:r>
              <a:rPr lang="en-US" sz="1800">
                <a:solidFill>
                  <a:schemeClr val="tx2"/>
                </a:solidFill>
              </a:rPr>
              <a:t>Note: Mention if this was simulated or if based on anonymized real data structure.</a:t>
            </a: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Demographics: </a:t>
            </a:r>
            <a:r>
              <a:rPr lang="en-US" sz="1800">
                <a:solidFill>
                  <a:schemeClr val="tx2"/>
                </a:solidFill>
              </a:rPr>
              <a:t>Attributes associated with PIT counts (e.g., age_group, sex, ethnicity). Initially, only total counts were used, later expanded.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pic>
        <p:nvPicPr>
          <p:cNvPr id="4" name="Audio Recording Apr 29, 2025 at 8:21:53 PM">
            <a:hlinkClick r:id="" action="ppaction://media"/>
            <a:extLst>
              <a:ext uri="{FF2B5EF4-FFF2-40B4-BE49-F238E27FC236}">
                <a16:creationId xmlns:a16="http://schemas.microsoft.com/office/drawing/2014/main" id="{8D69CB6F-89F9-5E25-7597-834984336A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47175" y="4267741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2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1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7677A-F746-70F6-B721-BFC0EBC09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>
            <a:normAutofit/>
          </a:bodyPr>
          <a:lstStyle/>
          <a:p>
            <a:r>
              <a:rPr lang="en-US"/>
              <a:t>Data Processing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4FDB-ADF6-0891-DDBB-9E8092E5D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 b="1"/>
              <a:t>Data Preparation Steps:</a:t>
            </a:r>
          </a:p>
          <a:p>
            <a:pPr lvl="1"/>
            <a:r>
              <a:rPr lang="en-US" sz="1900" b="1"/>
              <a:t>Clipping: </a:t>
            </a:r>
            <a:r>
              <a:rPr lang="en-US" sz="1900"/>
              <a:t>Census tracts clipped to the official Atlanta city boundary.</a:t>
            </a:r>
          </a:p>
          <a:p>
            <a:pPr lvl="1"/>
            <a:r>
              <a:rPr lang="en-US" sz="1900" b="1"/>
              <a:t>Database Loading: </a:t>
            </a:r>
            <a:r>
              <a:rPr lang="en-US" sz="1900"/>
              <a:t>All processed data (tract geometries, counts, demographics) loaded into a PostGISdatabase (a spatial extension for PostgreSQL).</a:t>
            </a:r>
          </a:p>
          <a:p>
            <a:pPr lvl="2"/>
            <a:r>
              <a:rPr lang="en-US" sz="1900"/>
              <a:t>Tables created (e.g., demo.tract_summary with geometry, demo.pit_counts with demographics and counts).</a:t>
            </a:r>
          </a:p>
          <a:p>
            <a:pPr lvl="1"/>
            <a:r>
              <a:rPr lang="en-US" sz="1900" b="1"/>
              <a:t>Spatial Indexing: </a:t>
            </a:r>
            <a:r>
              <a:rPr lang="en-US" sz="1900"/>
              <a:t>Applied in PostGIS for efficient spatial querying.</a:t>
            </a:r>
          </a:p>
          <a:p>
            <a:pPr lvl="1"/>
            <a:r>
              <a:rPr lang="en-US" sz="1900" b="1">
                <a:ea typeface="+mn-lt"/>
                <a:cs typeface="+mn-lt"/>
              </a:rPr>
              <a:t>City-Wide Aggregation:</a:t>
            </a:r>
            <a:r>
              <a:rPr lang="en-US" sz="1900">
                <a:ea typeface="+mn-lt"/>
                <a:cs typeface="+mn-lt"/>
              </a:rPr>
              <a:t> Pre-calculated overall city-wide demographic proportions (age, sex, ethnicity) from the entire simulated dataset (</a:t>
            </a:r>
            <a:r>
              <a:rPr lang="en-US" sz="1900">
                <a:latin typeface="Consolas"/>
              </a:rPr>
              <a:t>demo.pit_counts</a:t>
            </a:r>
            <a:r>
              <a:rPr lang="en-US" sz="1900">
                <a:ea typeface="+mn-lt"/>
                <a:cs typeface="+mn-lt"/>
              </a:rPr>
              <a:t>) to serve as a baseline for statistical comparison (Chi-Squared test).</a:t>
            </a:r>
            <a:endParaRPr lang="en-US" sz="1900"/>
          </a:p>
          <a:p>
            <a:pPr marL="0" indent="0">
              <a:buNone/>
            </a:pPr>
            <a:endParaRPr lang="en-US" sz="1900"/>
          </a:p>
        </p:txBody>
      </p:sp>
      <p:pic>
        <p:nvPicPr>
          <p:cNvPr id="5" name="Audio Recording Apr 29, 2025 at 8:25:53 PM">
            <a:hlinkClick r:id="" action="ppaction://media"/>
            <a:extLst>
              <a:ext uri="{FF2B5EF4-FFF2-40B4-BE49-F238E27FC236}">
                <a16:creationId xmlns:a16="http://schemas.microsoft.com/office/drawing/2014/main" id="{3F882340-8751-9859-B021-93992EA95D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8766" y="421910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07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58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1257B94B-E666-FAC1-A564-8F923B423BA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5000"/>
          </a:blip>
          <a:srcRect t="5981" b="9749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7E199B-6B61-AE20-FCE6-131DCD68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Processing and Analysis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0E6A0-0C5C-C42C-6E83-240EBE57A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000" b="1">
                <a:solidFill>
                  <a:srgbClr val="FFFFFF"/>
                </a:solidFill>
              </a:rPr>
              <a:t>Database: </a:t>
            </a:r>
            <a:r>
              <a:rPr lang="en-US" sz="1000">
                <a:solidFill>
                  <a:srgbClr val="FFFFFF"/>
                </a:solidFill>
              </a:rPr>
              <a:t>PostgreSQL with PostGIS extension (for storing spatial data and running efficient location-based queries).</a:t>
            </a:r>
          </a:p>
          <a:p>
            <a:r>
              <a:rPr lang="en-US" sz="1000" b="1">
                <a:solidFill>
                  <a:srgbClr val="FFFFFF"/>
                </a:solidFill>
              </a:rPr>
              <a:t>Backend:</a:t>
            </a:r>
          </a:p>
          <a:p>
            <a:pPr lvl="1"/>
            <a:r>
              <a:rPr lang="en-US" sz="1000" b="1">
                <a:solidFill>
                  <a:srgbClr val="FFFFFF"/>
                </a:solidFill>
              </a:rPr>
              <a:t>Python: </a:t>
            </a:r>
            <a:r>
              <a:rPr lang="en-US" sz="1000">
                <a:solidFill>
                  <a:srgbClr val="FFFFFF"/>
                </a:solidFill>
              </a:rPr>
              <a:t>Programming language.</a:t>
            </a:r>
          </a:p>
          <a:p>
            <a:pPr lvl="1"/>
            <a:r>
              <a:rPr lang="en-US" sz="1000" b="1">
                <a:solidFill>
                  <a:srgbClr val="FFFFFF"/>
                </a:solidFill>
              </a:rPr>
              <a:t>Flask: </a:t>
            </a:r>
            <a:r>
              <a:rPr lang="en-US" sz="1000">
                <a:solidFill>
                  <a:srgbClr val="FFFFFF"/>
                </a:solidFill>
              </a:rPr>
              <a:t>Micro web framework (to create the API endpoint).</a:t>
            </a:r>
          </a:p>
          <a:p>
            <a:pPr lvl="1"/>
            <a:r>
              <a:rPr lang="en-US" sz="1000" b="1">
                <a:solidFill>
                  <a:srgbClr val="FFFFFF"/>
                </a:solidFill>
              </a:rPr>
              <a:t>Psycopg2: </a:t>
            </a:r>
            <a:r>
              <a:rPr lang="en-US" sz="1000">
                <a:solidFill>
                  <a:srgbClr val="FFFFFF"/>
                </a:solidFill>
              </a:rPr>
              <a:t>PostgreSQL adapter for Python (to connect Flask to the database).</a:t>
            </a:r>
          </a:p>
          <a:p>
            <a:pPr lvl="1"/>
            <a:r>
              <a:rPr lang="en-US" sz="1000" b="1">
                <a:solidFill>
                  <a:srgbClr val="FFFFFF"/>
                </a:solidFill>
              </a:rPr>
              <a:t>Flask-CORS: </a:t>
            </a:r>
            <a:r>
              <a:rPr lang="en-US" sz="1000">
                <a:solidFill>
                  <a:srgbClr val="FFFFFF"/>
                </a:solidFill>
              </a:rPr>
              <a:t>Handles cross-origin requests between frontend/backend servers during development.</a:t>
            </a:r>
          </a:p>
          <a:p>
            <a:r>
              <a:rPr lang="en-US" sz="1000" b="1">
                <a:solidFill>
                  <a:srgbClr val="FFFFFF"/>
                </a:solidFill>
              </a:rPr>
              <a:t>Frontend:</a:t>
            </a:r>
          </a:p>
          <a:p>
            <a:pPr lvl="1"/>
            <a:r>
              <a:rPr lang="en-US" sz="1000" b="1">
                <a:solidFill>
                  <a:srgbClr val="FFFFFF"/>
                </a:solidFill>
              </a:rPr>
              <a:t>HTML: </a:t>
            </a:r>
            <a:r>
              <a:rPr lang="en-US" sz="1000">
                <a:solidFill>
                  <a:srgbClr val="FFFFFF"/>
                </a:solidFill>
              </a:rPr>
              <a:t>Structure of the web page.</a:t>
            </a:r>
          </a:p>
          <a:p>
            <a:pPr lvl="1"/>
            <a:r>
              <a:rPr lang="en-US" sz="1000" b="1">
                <a:solidFill>
                  <a:srgbClr val="FFFFFF"/>
                </a:solidFill>
              </a:rPr>
              <a:t>CSS: </a:t>
            </a:r>
            <a:r>
              <a:rPr lang="en-US" sz="1000">
                <a:solidFill>
                  <a:srgbClr val="FFFFFF"/>
                </a:solidFill>
              </a:rPr>
              <a:t>Styling the page and map elements.</a:t>
            </a:r>
          </a:p>
          <a:p>
            <a:pPr lvl="1"/>
            <a:r>
              <a:rPr lang="en-US" sz="1000" b="1">
                <a:solidFill>
                  <a:srgbClr val="FFFFFF"/>
                </a:solidFill>
              </a:rPr>
              <a:t>JavaScript: </a:t>
            </a:r>
            <a:r>
              <a:rPr lang="en-US" sz="1000">
                <a:solidFill>
                  <a:srgbClr val="FFFFFF"/>
                </a:solidFill>
              </a:rPr>
              <a:t>Core programming language for interactivity in the browser.</a:t>
            </a:r>
          </a:p>
          <a:p>
            <a:pPr lvl="1"/>
            <a:r>
              <a:rPr lang="en-US" sz="1000" b="1">
                <a:solidFill>
                  <a:srgbClr val="FFFFFF"/>
                </a:solidFill>
              </a:rPr>
              <a:t>OpenLayers: </a:t>
            </a:r>
            <a:r>
              <a:rPr lang="en-US" sz="1000">
                <a:solidFill>
                  <a:srgbClr val="FFFFFF"/>
                </a:solidFill>
              </a:rPr>
              <a:t>Powerful mapping library (for displaying the map, boundary, drawing polygons, interactions).</a:t>
            </a:r>
          </a:p>
          <a:p>
            <a:pPr lvl="1"/>
            <a:r>
              <a:rPr lang="en-US" sz="1000" b="1">
                <a:solidFill>
                  <a:srgbClr val="FFFFFF"/>
                </a:solidFill>
              </a:rPr>
              <a:t>Chart.js: </a:t>
            </a:r>
            <a:r>
              <a:rPr lang="en-US" sz="1000">
                <a:solidFill>
                  <a:srgbClr val="FFFFFF"/>
                </a:solidFill>
              </a:rPr>
              <a:t>Library for creating interactive charts (bar charts for demographic visualization).</a:t>
            </a:r>
          </a:p>
          <a:p>
            <a:r>
              <a:rPr lang="en-US" sz="1000" b="1">
                <a:solidFill>
                  <a:srgbClr val="FFFFFF"/>
                </a:solidFill>
              </a:rPr>
              <a:t>Servers:</a:t>
            </a:r>
          </a:p>
          <a:p>
            <a:pPr lvl="1"/>
            <a:r>
              <a:rPr lang="en-US" sz="1000">
                <a:solidFill>
                  <a:srgbClr val="FFFFFF"/>
                </a:solidFill>
              </a:rPr>
              <a:t>Python's built-in http.server (for serving static frontend files - HTML/CSS/JS).</a:t>
            </a:r>
          </a:p>
          <a:p>
            <a:pPr lvl="1"/>
            <a:r>
              <a:rPr lang="en-US" sz="1000">
                <a:solidFill>
                  <a:srgbClr val="FFFFFF"/>
                </a:solidFill>
              </a:rPr>
              <a:t>Flask's development server (for running the backend Python API).</a:t>
            </a:r>
          </a:p>
          <a:p>
            <a:endParaRPr lang="en-US" sz="1000">
              <a:solidFill>
                <a:srgbClr val="FFFFFF"/>
              </a:solidFill>
            </a:endParaRPr>
          </a:p>
        </p:txBody>
      </p:sp>
      <p:pic>
        <p:nvPicPr>
          <p:cNvPr id="6" name="Audio Recording Apr 29, 2025 at 8:26:53 PM">
            <a:hlinkClick r:id="" action="ppaction://media"/>
            <a:extLst>
              <a:ext uri="{FF2B5EF4-FFF2-40B4-BE49-F238E27FC236}">
                <a16:creationId xmlns:a16="http://schemas.microsoft.com/office/drawing/2014/main" id="{9924E940-6B81-40D9-E6DE-309E01717D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96524" y="4335834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6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9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667A-92A5-BEF2-F0D8-18C30784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097" y="-2737"/>
            <a:ext cx="10515600" cy="1325563"/>
          </a:xfrm>
        </p:spPr>
        <p:txBody>
          <a:bodyPr/>
          <a:lstStyle/>
          <a:p>
            <a:r>
              <a:rPr lang="en-US"/>
              <a:t>Data Processing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EFA8-3F73-C055-6F73-7BDA4DC58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3940"/>
            <a:ext cx="6856379" cy="558630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800" b="1">
                <a:latin typeface="Arial"/>
                <a:cs typeface="Arial"/>
              </a:rPr>
              <a:t>Application Workflow:</a:t>
            </a:r>
            <a:endParaRPr lang="en-US" sz="800"/>
          </a:p>
          <a:p>
            <a:pPr lvl="1"/>
            <a:r>
              <a:rPr lang="en-US" sz="800" b="1">
                <a:latin typeface="Arial"/>
                <a:cs typeface="Arial"/>
              </a:rPr>
              <a:t>User Interaction (Frontend-Browser):</a:t>
            </a:r>
            <a:endParaRPr lang="en-US" sz="800">
              <a:latin typeface="Arial"/>
              <a:cs typeface="Arial"/>
            </a:endParaRPr>
          </a:p>
          <a:p>
            <a:pPr lvl="2"/>
            <a:r>
              <a:rPr lang="en-US" sz="800">
                <a:latin typeface="Arial"/>
                <a:cs typeface="Arial"/>
              </a:rPr>
              <a:t>User draws a polygon on the </a:t>
            </a:r>
            <a:r>
              <a:rPr lang="en-US" sz="800" err="1">
                <a:latin typeface="Arial"/>
                <a:cs typeface="Arial"/>
              </a:rPr>
              <a:t>OpenLayers</a:t>
            </a:r>
            <a:r>
              <a:rPr lang="en-US" sz="800">
                <a:latin typeface="Arial"/>
                <a:cs typeface="Arial"/>
              </a:rPr>
              <a:t> map interface.</a:t>
            </a:r>
          </a:p>
          <a:p>
            <a:pPr lvl="2"/>
            <a:r>
              <a:rPr lang="en-US" sz="800">
                <a:latin typeface="Arial"/>
                <a:cs typeface="Arial"/>
              </a:rPr>
              <a:t>JavaScript assigns a unique ID to the drawn feature.</a:t>
            </a:r>
          </a:p>
          <a:p>
            <a:pPr lvl="1"/>
            <a:r>
              <a:rPr lang="en-US" sz="800" b="1">
                <a:latin typeface="Arial"/>
                <a:cs typeface="Arial"/>
              </a:rPr>
              <a:t>API Request (Frontend -&gt; Backend):</a:t>
            </a:r>
            <a:endParaRPr lang="en-US" sz="800">
              <a:latin typeface="Arial"/>
              <a:cs typeface="Arial"/>
            </a:endParaRPr>
          </a:p>
          <a:p>
            <a:pPr lvl="2"/>
            <a:r>
              <a:rPr lang="en-US" sz="800">
                <a:latin typeface="Arial"/>
                <a:cs typeface="Arial"/>
              </a:rPr>
              <a:t>JavaScript transforms the polygon geometry to EPSG:4326 and converts it to </a:t>
            </a:r>
            <a:r>
              <a:rPr lang="en-US" sz="800" err="1">
                <a:latin typeface="Arial"/>
                <a:cs typeface="Arial"/>
              </a:rPr>
              <a:t>GeoJSON</a:t>
            </a:r>
            <a:r>
              <a:rPr lang="en-US" sz="800">
                <a:latin typeface="Arial"/>
                <a:cs typeface="Arial"/>
              </a:rPr>
              <a:t> format.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A POST request containing the polygon's </a:t>
            </a:r>
            <a:r>
              <a:rPr lang="en-US" sz="800" err="1">
                <a:latin typeface="Arial"/>
                <a:cs typeface="Arial"/>
              </a:rPr>
              <a:t>GeoJSON</a:t>
            </a:r>
            <a:r>
              <a:rPr lang="en-US" sz="800">
                <a:latin typeface="Arial"/>
                <a:cs typeface="Arial"/>
              </a:rPr>
              <a:t> geometry is sent to the Flask backend endpoint (</a:t>
            </a:r>
            <a:r>
              <a:rPr lang="en-US" sz="800">
                <a:latin typeface="Consolas"/>
              </a:rPr>
              <a:t>/</a:t>
            </a:r>
            <a:r>
              <a:rPr lang="en-US" sz="800" err="1">
                <a:latin typeface="Consolas"/>
              </a:rPr>
              <a:t>api</a:t>
            </a:r>
            <a:r>
              <a:rPr lang="en-US" sz="800">
                <a:latin typeface="Consolas"/>
              </a:rPr>
              <a:t>/demographics</a:t>
            </a:r>
            <a:r>
              <a:rPr lang="en-US" sz="800">
                <a:latin typeface="Arial"/>
                <a:cs typeface="Arial"/>
              </a:rPr>
              <a:t>).</a:t>
            </a:r>
          </a:p>
          <a:p>
            <a:pPr lvl="1"/>
            <a:r>
              <a:rPr lang="en-US" sz="800" b="1">
                <a:latin typeface="Arial"/>
                <a:cs typeface="Arial"/>
              </a:rPr>
              <a:t>Data Query (Backend - PostGIS):</a:t>
            </a:r>
            <a:endParaRPr lang="en-US" sz="800">
              <a:latin typeface="Arial"/>
              <a:cs typeface="Arial"/>
            </a:endParaRPr>
          </a:p>
          <a:p>
            <a:pPr lvl="2"/>
            <a:r>
              <a:rPr lang="en-US" sz="800">
                <a:latin typeface="Arial"/>
                <a:cs typeface="Arial"/>
              </a:rPr>
              <a:t>Flask receives the GeoJSON geometry.</a:t>
            </a:r>
          </a:p>
          <a:p>
            <a:pPr lvl="2"/>
            <a:r>
              <a:rPr lang="en-US" sz="800">
                <a:latin typeface="Arial"/>
                <a:cs typeface="Arial"/>
              </a:rPr>
              <a:t>Connects to the </a:t>
            </a:r>
            <a:r>
              <a:rPr lang="en-US" sz="800" err="1">
                <a:latin typeface="Arial"/>
                <a:cs typeface="Arial"/>
              </a:rPr>
              <a:t>PostGIS</a:t>
            </a:r>
            <a:r>
              <a:rPr lang="en-US" sz="800">
                <a:latin typeface="Arial"/>
                <a:cs typeface="Arial"/>
              </a:rPr>
              <a:t> database (</a:t>
            </a:r>
            <a:r>
              <a:rPr lang="en-US" sz="800" err="1">
                <a:latin typeface="Consolas"/>
              </a:rPr>
              <a:t>atl</a:t>
            </a:r>
            <a:r>
              <a:rPr lang="en-US" sz="800">
                <a:latin typeface="Arial"/>
                <a:cs typeface="Arial"/>
              </a:rPr>
              <a:t>).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Executes SQL queries using </a:t>
            </a:r>
            <a:r>
              <a:rPr lang="en-US" sz="800" err="1">
                <a:latin typeface="Consolas"/>
              </a:rPr>
              <a:t>ST_Intersects</a:t>
            </a:r>
            <a:r>
              <a:rPr lang="en-US" sz="800">
                <a:latin typeface="Arial"/>
                <a:cs typeface="Arial"/>
              </a:rPr>
              <a:t> and </a:t>
            </a:r>
            <a:r>
              <a:rPr lang="en-US" sz="800" err="1">
                <a:latin typeface="Consolas"/>
              </a:rPr>
              <a:t>ST_GeomFromGeoJSON</a:t>
            </a:r>
            <a:r>
              <a:rPr lang="en-US" sz="800">
                <a:latin typeface="Arial"/>
                <a:cs typeface="Arial"/>
              </a:rPr>
              <a:t> to select all individual records from </a:t>
            </a:r>
            <a:r>
              <a:rPr lang="en-US" sz="800" err="1">
                <a:latin typeface="Consolas"/>
              </a:rPr>
              <a:t>demo.pit_counts</a:t>
            </a:r>
            <a:r>
              <a:rPr lang="en-US" sz="800">
                <a:latin typeface="Arial"/>
                <a:cs typeface="Arial"/>
              </a:rPr>
              <a:t> (joined with </a:t>
            </a:r>
            <a:r>
              <a:rPr lang="en-US" sz="800" err="1">
                <a:latin typeface="Consolas"/>
              </a:rPr>
              <a:t>demo.tracts</a:t>
            </a:r>
            <a:r>
              <a:rPr lang="en-US" sz="800">
                <a:latin typeface="Arial"/>
                <a:cs typeface="Arial"/>
              </a:rPr>
              <a:t>) that fall spatially within the submitted polygon.</a:t>
            </a:r>
          </a:p>
          <a:p>
            <a:pPr lvl="1"/>
            <a:r>
              <a:rPr lang="en-US" sz="800" b="1">
                <a:latin typeface="Arial"/>
                <a:cs typeface="Arial"/>
              </a:rPr>
              <a:t>Aggregation (Backend - Python):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The backend aggregates the results from the SQL query using Python (</a:t>
            </a:r>
            <a:r>
              <a:rPr lang="en-US" sz="800">
                <a:latin typeface="Consolas"/>
              </a:rPr>
              <a:t>psycopg2</a:t>
            </a:r>
            <a:r>
              <a:rPr lang="en-US" sz="800">
                <a:latin typeface="Arial"/>
                <a:cs typeface="Arial"/>
              </a:rPr>
              <a:t> cursor results).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It calculates the </a:t>
            </a:r>
            <a:r>
              <a:rPr lang="en-US" sz="800" i="1">
                <a:latin typeface="Arial"/>
                <a:cs typeface="Arial"/>
              </a:rPr>
              <a:t>observed counts</a:t>
            </a:r>
            <a:r>
              <a:rPr lang="en-US" sz="800">
                <a:latin typeface="Arial"/>
                <a:cs typeface="Arial"/>
              </a:rPr>
              <a:t> for each demographic category (age, sex, ethnicity) specifically within the drawn polygon.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It also calculates the total number of individuals found within the polygon.</a:t>
            </a:r>
            <a:endParaRPr lang="en-US" sz="800"/>
          </a:p>
          <a:p>
            <a:pPr lvl="1"/>
            <a:r>
              <a:rPr lang="en-US" sz="800" b="1">
                <a:latin typeface="Arial"/>
                <a:cs typeface="Arial"/>
              </a:rPr>
              <a:t>Statistical Analysis (Backend - Python/SciPy):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Retrieves pre-calculated city-wide demographic proportions (computed on startup).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Calculates the </a:t>
            </a:r>
            <a:r>
              <a:rPr lang="en-US" sz="800" i="1">
                <a:latin typeface="Arial"/>
                <a:cs typeface="Arial"/>
              </a:rPr>
              <a:t>expected counts</a:t>
            </a:r>
            <a:r>
              <a:rPr lang="en-US" sz="800">
                <a:latin typeface="Arial"/>
                <a:cs typeface="Arial"/>
              </a:rPr>
              <a:t> for each demographic category within the polygon, based on the city-wide proportions and the polygon's total observed count.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Performs a </a:t>
            </a:r>
            <a:r>
              <a:rPr lang="en-US" sz="800" b="1">
                <a:latin typeface="Arial"/>
                <a:cs typeface="Arial"/>
              </a:rPr>
              <a:t>Chi-Squared Goodness-of-Fit test</a:t>
            </a:r>
            <a:r>
              <a:rPr lang="en-US" sz="800">
                <a:latin typeface="Arial"/>
                <a:cs typeface="Arial"/>
              </a:rPr>
              <a:t> (</a:t>
            </a:r>
            <a:r>
              <a:rPr lang="en-US" sz="800" err="1">
                <a:latin typeface="Consolas"/>
              </a:rPr>
              <a:t>scipy.stats.chisquare</a:t>
            </a:r>
            <a:r>
              <a:rPr lang="en-US" sz="800">
                <a:latin typeface="Arial"/>
                <a:cs typeface="Arial"/>
              </a:rPr>
              <a:t>) for each category (age, sex, ethnicity) to compare the </a:t>
            </a:r>
            <a:r>
              <a:rPr lang="en-US" sz="800" i="1">
                <a:latin typeface="Arial"/>
                <a:cs typeface="Arial"/>
              </a:rPr>
              <a:t>observed</a:t>
            </a:r>
            <a:r>
              <a:rPr lang="en-US" sz="800">
                <a:latin typeface="Arial"/>
                <a:cs typeface="Arial"/>
              </a:rPr>
              <a:t> counts to the </a:t>
            </a:r>
            <a:r>
              <a:rPr lang="en-US" sz="800" i="1">
                <a:latin typeface="Arial"/>
                <a:cs typeface="Arial"/>
              </a:rPr>
              <a:t>expected</a:t>
            </a:r>
            <a:r>
              <a:rPr lang="en-US" sz="800">
                <a:latin typeface="Arial"/>
                <a:cs typeface="Arial"/>
              </a:rPr>
              <a:t> counts.</a:t>
            </a:r>
            <a:endParaRPr lang="en-US" sz="800"/>
          </a:p>
          <a:p>
            <a:pPr lvl="2"/>
            <a:r>
              <a:rPr lang="en-US" sz="800" i="1">
                <a:latin typeface="Arial"/>
                <a:cs typeface="Arial"/>
              </a:rPr>
              <a:t>Justification:</a:t>
            </a:r>
            <a:r>
              <a:rPr lang="en-US" sz="800">
                <a:latin typeface="Arial"/>
                <a:cs typeface="Arial"/>
              </a:rPr>
              <a:t> This test determines if the demographic mix within the selected area is statistically significantly different from the overall city's demographic distribution.</a:t>
            </a:r>
          </a:p>
          <a:p>
            <a:pPr lvl="1"/>
            <a:r>
              <a:rPr lang="en-US" sz="800" b="1">
                <a:latin typeface="Arial"/>
                <a:cs typeface="Arial"/>
              </a:rPr>
              <a:t>API Response (Backend -&gt; Frontend):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Flask constructs a JSON response containing:</a:t>
            </a:r>
            <a:endParaRPr lang="en-US" sz="800"/>
          </a:p>
          <a:p>
            <a:pPr lvl="3"/>
            <a:r>
              <a:rPr lang="en-US" sz="800">
                <a:latin typeface="Arial"/>
                <a:cs typeface="Arial"/>
              </a:rPr>
              <a:t>The aggregated </a:t>
            </a:r>
            <a:r>
              <a:rPr lang="en-US" sz="800">
                <a:latin typeface="Consolas"/>
              </a:rPr>
              <a:t>counts</a:t>
            </a:r>
            <a:r>
              <a:rPr lang="en-US" sz="800">
                <a:latin typeface="Arial"/>
                <a:cs typeface="Arial"/>
              </a:rPr>
              <a:t> (e.g., </a:t>
            </a:r>
            <a:r>
              <a:rPr lang="en-US" sz="800" err="1">
                <a:latin typeface="Consolas"/>
              </a:rPr>
              <a:t>by_age</a:t>
            </a:r>
            <a:r>
              <a:rPr lang="en-US" sz="800">
                <a:latin typeface="Arial"/>
                <a:cs typeface="Arial"/>
              </a:rPr>
              <a:t>, </a:t>
            </a:r>
            <a:r>
              <a:rPr lang="en-US" sz="800" err="1">
                <a:latin typeface="Consolas"/>
              </a:rPr>
              <a:t>by_sex</a:t>
            </a:r>
            <a:r>
              <a:rPr lang="en-US" sz="800">
                <a:latin typeface="Arial"/>
                <a:cs typeface="Arial"/>
              </a:rPr>
              <a:t>, </a:t>
            </a:r>
            <a:r>
              <a:rPr lang="en-US" sz="800" err="1">
                <a:latin typeface="Consolas"/>
              </a:rPr>
              <a:t>by_ethnicity</a:t>
            </a:r>
            <a:r>
              <a:rPr lang="en-US" sz="800">
                <a:latin typeface="Arial"/>
                <a:cs typeface="Arial"/>
              </a:rPr>
              <a:t>, </a:t>
            </a:r>
            <a:r>
              <a:rPr lang="en-US" sz="800" err="1">
                <a:latin typeface="Consolas"/>
              </a:rPr>
              <a:t>total_homeless</a:t>
            </a:r>
            <a:r>
              <a:rPr lang="en-US" sz="800">
                <a:latin typeface="Arial"/>
                <a:cs typeface="Arial"/>
              </a:rPr>
              <a:t>).</a:t>
            </a:r>
            <a:endParaRPr lang="en-US" sz="800"/>
          </a:p>
          <a:p>
            <a:pPr lvl="3"/>
            <a:r>
              <a:rPr lang="en-US" sz="800">
                <a:latin typeface="Arial"/>
                <a:cs typeface="Arial"/>
              </a:rPr>
              <a:t>The </a:t>
            </a:r>
            <a:r>
              <a:rPr lang="en-US" sz="800">
                <a:latin typeface="Consolas"/>
              </a:rPr>
              <a:t>stats</a:t>
            </a:r>
            <a:r>
              <a:rPr lang="en-US" sz="800">
                <a:latin typeface="Arial"/>
                <a:cs typeface="Arial"/>
              </a:rPr>
              <a:t> results (Chi-Squared statistic and p-value for each category, or error messages).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This JSON response is sent back to the browser.</a:t>
            </a:r>
          </a:p>
          <a:p>
            <a:pPr lvl="1"/>
            <a:r>
              <a:rPr lang="en-US" sz="800" b="1">
                <a:latin typeface="Arial"/>
                <a:cs typeface="Arial"/>
              </a:rPr>
              <a:t>Visualization &amp; Interaction (Frontend - JS/Chart.js/HTML):</a:t>
            </a:r>
            <a:endParaRPr lang="en-US" sz="800">
              <a:latin typeface="Arial"/>
              <a:cs typeface="Arial"/>
            </a:endParaRPr>
          </a:p>
          <a:p>
            <a:pPr lvl="2"/>
            <a:r>
              <a:rPr lang="en-US" sz="800">
                <a:latin typeface="Arial"/>
                <a:cs typeface="Arial"/>
              </a:rPr>
              <a:t>JavaScript receives the JSON data.</a:t>
            </a:r>
          </a:p>
          <a:p>
            <a:pPr lvl="2"/>
            <a:r>
              <a:rPr lang="en-US" sz="800" b="1">
                <a:latin typeface="Arial"/>
                <a:cs typeface="Arial"/>
              </a:rPr>
              <a:t>Stores</a:t>
            </a:r>
            <a:r>
              <a:rPr lang="en-US" sz="800">
                <a:latin typeface="Arial"/>
                <a:cs typeface="Arial"/>
              </a:rPr>
              <a:t> the received data locally (in browser memory) associated with the polygon's unique ID.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Uses </a:t>
            </a:r>
            <a:r>
              <a:rPr lang="en-US" sz="800" b="1">
                <a:latin typeface="Arial"/>
                <a:cs typeface="Arial"/>
              </a:rPr>
              <a:t>Chart.js</a:t>
            </a:r>
            <a:r>
              <a:rPr lang="en-US" sz="800">
                <a:latin typeface="Arial"/>
                <a:cs typeface="Arial"/>
              </a:rPr>
              <a:t> to dynamically generate/update the bar and pie charts based on the received </a:t>
            </a:r>
            <a:r>
              <a:rPr lang="en-US" sz="800">
                <a:latin typeface="Consolas"/>
              </a:rPr>
              <a:t>counts</a:t>
            </a:r>
            <a:r>
              <a:rPr lang="en-US" sz="800">
                <a:latin typeface="Arial"/>
                <a:cs typeface="Arial"/>
              </a:rPr>
              <a:t>.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Displays the Chi-Squared </a:t>
            </a:r>
            <a:r>
              <a:rPr lang="en-US" sz="800">
                <a:latin typeface="Consolas"/>
              </a:rPr>
              <a:t>stats</a:t>
            </a:r>
            <a:r>
              <a:rPr lang="en-US" sz="800">
                <a:latin typeface="Arial"/>
                <a:cs typeface="Arial"/>
              </a:rPr>
              <a:t> results (p-values and interpretation) in the dedicated text area below the charts.</a:t>
            </a:r>
            <a:endParaRPr lang="en-US" sz="800"/>
          </a:p>
          <a:p>
            <a:pPr lvl="2"/>
            <a:r>
              <a:rPr lang="en-US" sz="800">
                <a:latin typeface="Arial"/>
                <a:cs typeface="Arial"/>
              </a:rPr>
              <a:t>If the user clicks on a previously drawn polygon, the stored data for that polygon's ID is retrieved, and the charts/stats panel is updated accordingly without needing a new API call.</a:t>
            </a:r>
          </a:p>
          <a:p>
            <a:endParaRPr lang="en-US"/>
          </a:p>
        </p:txBody>
      </p:sp>
      <p:pic>
        <p:nvPicPr>
          <p:cNvPr id="5" name="Picture 4" descr="A map with a blue triangle&#10;&#10;AI-generated content may be incorrect.">
            <a:extLst>
              <a:ext uri="{FF2B5EF4-FFF2-40B4-BE49-F238E27FC236}">
                <a16:creationId xmlns:a16="http://schemas.microsoft.com/office/drawing/2014/main" id="{89224F33-B2E6-24EC-D4C9-7FC9D02D9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1391" y="394138"/>
            <a:ext cx="4643524" cy="2824654"/>
          </a:xfrm>
          <a:prstGeom prst="rect">
            <a:avLst/>
          </a:prstGeom>
        </p:spPr>
      </p:pic>
      <p:pic>
        <p:nvPicPr>
          <p:cNvPr id="7" name="Picture 6" descr="A map with a blue line&#10;&#10;AI-generated content may be incorrect.">
            <a:extLst>
              <a:ext uri="{FF2B5EF4-FFF2-40B4-BE49-F238E27FC236}">
                <a16:creationId xmlns:a16="http://schemas.microsoft.com/office/drawing/2014/main" id="{F8FFBD0A-484D-F095-9190-C40110016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6427" y="3429000"/>
            <a:ext cx="4640318" cy="3048001"/>
          </a:xfrm>
          <a:prstGeom prst="rect">
            <a:avLst/>
          </a:prstGeom>
        </p:spPr>
      </p:pic>
      <p:pic>
        <p:nvPicPr>
          <p:cNvPr id="6" name="Audio Recording Apr 29, 2025 at 8:29:52 PM">
            <a:hlinkClick r:id="" action="ppaction://media"/>
            <a:extLst>
              <a:ext uri="{FF2B5EF4-FFF2-40B4-BE49-F238E27FC236}">
                <a16:creationId xmlns:a16="http://schemas.microsoft.com/office/drawing/2014/main" id="{5C60D351-B9AD-69D7-3320-660AE2BA75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274676" y="49530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35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06BFD-4338-3E4E-03A8-961F109E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Findings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23AA3BF-F319-452D-101C-1DFAF13EFD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Audio Recording Apr 29, 2025 at 8:31:55 PM">
            <a:hlinkClick r:id="" action="ppaction://media"/>
            <a:extLst>
              <a:ext uri="{FF2B5EF4-FFF2-40B4-BE49-F238E27FC236}">
                <a16:creationId xmlns:a16="http://schemas.microsoft.com/office/drawing/2014/main" id="{6BAF3CEE-AA54-E0B4-A941-542EB2AF78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078114" y="621506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4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Office building overlayed with stock market graphs">
            <a:extLst>
              <a:ext uri="{FF2B5EF4-FFF2-40B4-BE49-F238E27FC236}">
                <a16:creationId xmlns:a16="http://schemas.microsoft.com/office/drawing/2014/main" id="{0D9995F0-77E4-4FCD-CD9F-3A52C1B8B9C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5000"/>
          </a:blip>
          <a:srcRect t="14449" b="965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B9274C-6F30-AE32-0FE1-178151E82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E94F5-1B93-2E3C-37D1-E1D665256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1300" b="1">
              <a:solidFill>
                <a:srgbClr val="FFFFFF"/>
              </a:solidFill>
            </a:endParaRPr>
          </a:p>
          <a:p>
            <a:r>
              <a:rPr lang="en-US" sz="1300" b="1">
                <a:solidFill>
                  <a:srgbClr val="FFFFFF"/>
                </a:solidFill>
                <a:ea typeface="+mn-lt"/>
                <a:cs typeface="+mn-lt"/>
              </a:rPr>
              <a:t>Significance:</a:t>
            </a:r>
            <a:endParaRPr lang="en-US" sz="1300">
              <a:solidFill>
                <a:srgbClr val="FFFFFF"/>
              </a:solidFill>
              <a:ea typeface="+mn-lt"/>
              <a:cs typeface="+mn-lt"/>
            </a:endParaRPr>
          </a:p>
          <a:p>
            <a:pPr lvl="1"/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Flexible spatial querying empowers targeted outreach by identifying specific micro-areas with unique needs.</a:t>
            </a:r>
          </a:p>
          <a:p>
            <a:pPr lvl="1"/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Rapid demographic feedback, </a:t>
            </a:r>
            <a:r>
              <a:rPr lang="en-US" sz="1300" b="1">
                <a:solidFill>
                  <a:srgbClr val="FFFFFF"/>
                </a:solidFill>
                <a:ea typeface="+mn-lt"/>
                <a:cs typeface="+mn-lt"/>
              </a:rPr>
              <a:t>now including statistical comparison to city averages</a:t>
            </a: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, promotes data-driven resource allocation and highlights areas requiring distinct interventions.</a:t>
            </a:r>
          </a:p>
          <a:p>
            <a:r>
              <a:rPr lang="en-US" sz="1300" b="1">
                <a:solidFill>
                  <a:srgbClr val="FFFFFF"/>
                </a:solidFill>
                <a:ea typeface="+mn-lt"/>
                <a:cs typeface="+mn-lt"/>
              </a:rPr>
              <a:t>Unexpected Results / Insights from Stats:</a:t>
            </a:r>
            <a:endParaRPr lang="en-US" sz="1300">
              <a:solidFill>
                <a:srgbClr val="FFFFFF"/>
              </a:solidFill>
              <a:ea typeface="+mn-lt"/>
              <a:cs typeface="+mn-lt"/>
            </a:endParaRPr>
          </a:p>
          <a:p>
            <a:pPr lvl="1"/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Some low-count tracts had high proportions of a single age group...</a:t>
            </a:r>
            <a:endParaRPr lang="en-US" sz="1300">
              <a:solidFill>
                <a:srgbClr val="FFFFFF"/>
              </a:solidFill>
            </a:endParaRPr>
          </a:p>
          <a:p>
            <a:pPr lvl="1"/>
            <a:r>
              <a:rPr lang="en-US" sz="1300" i="1">
                <a:solidFill>
                  <a:srgbClr val="FFFFFF"/>
                </a:solidFill>
                <a:ea typeface="+mn-lt"/>
                <a:cs typeface="+mn-lt"/>
              </a:rPr>
              <a:t>Example:</a:t>
            </a: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 Statistical tests highlighted significant deviations even in areas with moderate total counts, indicating that relative proportions, not just raw numbers, are crucial. </a:t>
            </a:r>
            <a:endParaRPr lang="en-US" sz="1300" i="1">
              <a:solidFill>
                <a:srgbClr val="FFFFFF"/>
              </a:solidFill>
            </a:endParaRPr>
          </a:p>
          <a:p>
            <a:r>
              <a:rPr lang="en-US" sz="1300" b="1">
                <a:solidFill>
                  <a:srgbClr val="FFFFFF"/>
                </a:solidFill>
                <a:ea typeface="+mn-lt"/>
                <a:cs typeface="+mn-lt"/>
              </a:rPr>
              <a:t>Limitations:</a:t>
            </a:r>
            <a:endParaRPr lang="en-US" sz="1300">
              <a:solidFill>
                <a:srgbClr val="FFFFFF"/>
              </a:solidFill>
              <a:ea typeface="+mn-lt"/>
              <a:cs typeface="+mn-lt"/>
            </a:endParaRPr>
          </a:p>
          <a:p>
            <a:pPr lvl="1"/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Simulation (clustering, demographics, ~2,550 sample size) is an approximation of complex reality.</a:t>
            </a:r>
            <a:endParaRPr lang="en-US" sz="1300">
              <a:solidFill>
                <a:srgbClr val="FFFFFF"/>
              </a:solidFill>
            </a:endParaRPr>
          </a:p>
          <a:p>
            <a:pPr lvl="1"/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Does not reflect temporal patterns.</a:t>
            </a:r>
            <a:endParaRPr lang="en-US" sz="1300">
              <a:solidFill>
                <a:srgbClr val="FFFFFF"/>
              </a:solidFill>
            </a:endParaRPr>
          </a:p>
          <a:p>
            <a:pPr lvl="1"/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Chi-Squared test indicates </a:t>
            </a:r>
            <a:r>
              <a:rPr lang="en-US" sz="1300" i="1">
                <a:solidFill>
                  <a:srgbClr val="FFFFFF"/>
                </a:solidFill>
                <a:ea typeface="+mn-lt"/>
                <a:cs typeface="+mn-lt"/>
              </a:rPr>
              <a:t>if</a:t>
            </a: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 a difference exists but doesn't explain </a:t>
            </a:r>
            <a:r>
              <a:rPr lang="en-US" sz="1300" i="1">
                <a:solidFill>
                  <a:srgbClr val="FFFFFF"/>
                </a:solidFill>
                <a:ea typeface="+mn-lt"/>
                <a:cs typeface="+mn-lt"/>
              </a:rPr>
              <a:t>why</a:t>
            </a:r>
            <a:r>
              <a:rPr lang="en-US" sz="1300">
                <a:solidFill>
                  <a:srgbClr val="FFFFFF"/>
                </a:solidFill>
                <a:ea typeface="+mn-lt"/>
                <a:cs typeface="+mn-lt"/>
              </a:rPr>
              <a:t>. Further analysis needed for causal factors.</a:t>
            </a:r>
            <a:endParaRPr lang="en-US" sz="1300">
              <a:solidFill>
                <a:srgbClr val="FFFFFF"/>
              </a:solidFill>
            </a:endParaRPr>
          </a:p>
          <a:p>
            <a:endParaRPr lang="en-US" sz="1300">
              <a:solidFill>
                <a:srgbClr val="FFFFFF"/>
              </a:solidFill>
            </a:endParaRPr>
          </a:p>
        </p:txBody>
      </p:sp>
      <p:pic>
        <p:nvPicPr>
          <p:cNvPr id="6" name="Audio Recording Apr 29, 2025 at 8:35:16 PM">
            <a:hlinkClick r:id="" action="ppaction://media"/>
            <a:extLst>
              <a:ext uri="{FF2B5EF4-FFF2-40B4-BE49-F238E27FC236}">
                <a16:creationId xmlns:a16="http://schemas.microsoft.com/office/drawing/2014/main" id="{07BC1BFA-0335-8203-DF19-50F9978E59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80634" y="3975911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0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8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0FCA-6BE9-7520-7442-4CB41A2D6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82164-E0FE-E367-CFAB-886F3353C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67"/>
            <a:ext cx="10515600" cy="4824302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Summary:</a:t>
            </a:r>
            <a:endParaRPr lang="en-US">
              <a:latin typeface="Times"/>
              <a:cs typeface="Times"/>
            </a:endParaRPr>
          </a:p>
          <a:p>
            <a:r>
              <a:rPr lang="en-US">
                <a:ea typeface="+mn-lt"/>
                <a:cs typeface="+mn-lt"/>
              </a:rPr>
              <a:t>Successfully developed an interactive web tool combining web mapping (</a:t>
            </a:r>
            <a:r>
              <a:rPr lang="en-US" err="1">
                <a:ea typeface="+mn-lt"/>
                <a:cs typeface="+mn-lt"/>
              </a:rPr>
              <a:t>OpenLayers</a:t>
            </a:r>
            <a:r>
              <a:rPr lang="en-US">
                <a:ea typeface="+mn-lt"/>
                <a:cs typeface="+mn-lt"/>
              </a:rPr>
              <a:t>), a spatial database (</a:t>
            </a:r>
            <a:r>
              <a:rPr lang="en-US" err="1">
                <a:ea typeface="+mn-lt"/>
                <a:cs typeface="+mn-lt"/>
              </a:rPr>
              <a:t>PostGIS</a:t>
            </a:r>
            <a:r>
              <a:rPr lang="en-US">
                <a:ea typeface="+mn-lt"/>
                <a:cs typeface="+mn-lt"/>
              </a:rPr>
              <a:t>), a web framework (Flask), and </a:t>
            </a:r>
            <a:r>
              <a:rPr lang="en-US" b="1">
                <a:ea typeface="+mn-lt"/>
                <a:cs typeface="+mn-lt"/>
              </a:rPr>
              <a:t>statistical analysis (SciPy/Chi-Squared)</a:t>
            </a:r>
            <a:r>
              <a:rPr lang="en-US">
                <a:ea typeface="+mn-lt"/>
                <a:cs typeface="+mn-lt"/>
              </a:rPr>
              <a:t> to explore simulated homeless demographics within user-defined areas of Atlanta.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Demonstrates a powerful approach for data-driven spatial analysis, offering a flexible alternative to static reports by enabling dynamic exploration and </a:t>
            </a:r>
            <a:r>
              <a:rPr lang="en-US" b="1">
                <a:ea typeface="+mn-lt"/>
                <a:cs typeface="+mn-lt"/>
              </a:rPr>
              <a:t>immediate statistical comparison</a:t>
            </a:r>
            <a:r>
              <a:rPr lang="en-US">
                <a:ea typeface="+mn-lt"/>
                <a:cs typeface="+mn-lt"/>
              </a:rPr>
              <a:t> to city-wide averages.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Enhanced usability by allowing users to </a:t>
            </a:r>
            <a:r>
              <a:rPr lang="en-US" b="1">
                <a:ea typeface="+mn-lt"/>
                <a:cs typeface="+mn-lt"/>
              </a:rPr>
              <a:t>click on previously drawn polygons to instantly recall</a:t>
            </a:r>
            <a:r>
              <a:rPr lang="en-US">
                <a:ea typeface="+mn-lt"/>
                <a:cs typeface="+mn-lt"/>
              </a:rPr>
              <a:t> and view their associated demographic data and analysis results.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Provides a robust foundation for future work incorporating real data and more advanced analysis.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Future Analysis:</a:t>
            </a:r>
            <a:r>
              <a:rPr lang="en-US">
                <a:ea typeface="+mn-lt"/>
                <a:cs typeface="+mn-lt"/>
              </a:rPr>
              <a:t> </a:t>
            </a:r>
            <a:endParaRPr lang="en-US" i="1"/>
          </a:p>
          <a:p>
            <a:r>
              <a:rPr lang="en-US">
                <a:ea typeface="+mn-lt"/>
                <a:cs typeface="+mn-lt"/>
              </a:rPr>
              <a:t>Integrate real Point-in-Time data with time-series playback.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Add proximity tests to services (shelters, clinics).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Incorporate additional demographic variables or survey data if available.</a:t>
            </a:r>
            <a:endParaRPr lang="en-US" i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Technical Next Steps (Deployment):</a:t>
            </a:r>
            <a:r>
              <a:rPr lang="en-US">
                <a:ea typeface="+mn-lt"/>
                <a:cs typeface="+mn-lt"/>
              </a:rPr>
              <a:t> </a:t>
            </a:r>
            <a:endParaRPr lang="en-US" i="1"/>
          </a:p>
          <a:p>
            <a:r>
              <a:rPr lang="en-US">
                <a:ea typeface="+mn-lt"/>
                <a:cs typeface="+mn-lt"/>
              </a:rPr>
              <a:t>Migrate backend to a production-ready stack (e.g., Nginx/</a:t>
            </a:r>
            <a:r>
              <a:rPr lang="en-US" err="1">
                <a:ea typeface="+mn-lt"/>
                <a:cs typeface="+mn-lt"/>
              </a:rPr>
              <a:t>Gunicorn</a:t>
            </a:r>
            <a:r>
              <a:rPr lang="en-US">
                <a:ea typeface="+mn-lt"/>
                <a:cs typeface="+mn-lt"/>
              </a:rPr>
              <a:t>).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Optimize and potentially scale the database for larger datasets or higher traffic.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Further enhance UI/UX (e.g., more refined loading indicators, map layer controls, clearer error handling).</a:t>
            </a:r>
            <a:endParaRPr lang="en-US"/>
          </a:p>
        </p:txBody>
      </p:sp>
      <p:pic>
        <p:nvPicPr>
          <p:cNvPr id="4" name="Audio Recording Apr 29, 2025 at 8:37:11 PM">
            <a:hlinkClick r:id="" action="ppaction://media"/>
            <a:extLst>
              <a:ext uri="{FF2B5EF4-FFF2-40B4-BE49-F238E27FC236}">
                <a16:creationId xmlns:a16="http://schemas.microsoft.com/office/drawing/2014/main" id="{A476E4AE-BE08-A885-FF99-786E146DA3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88826" y="470831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5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36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1445</Words>
  <Application>Microsoft Macintosh PowerPoint</Application>
  <PresentationFormat>Widescreen</PresentationFormat>
  <Paragraphs>118</Paragraphs>
  <Slides>10</Slides>
  <Notes>5</Notes>
  <HiddenSlides>0</HiddenSlides>
  <MMClips>10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Consolas</vt:lpstr>
      <vt:lpstr>Times</vt:lpstr>
      <vt:lpstr>Office Theme</vt:lpstr>
      <vt:lpstr>Interactive Homelessness Demographics Explorer for Atlanta</vt:lpstr>
      <vt:lpstr>Problem &amp; Motivation</vt:lpstr>
      <vt:lpstr>Research Questions &amp; Claims</vt:lpstr>
      <vt:lpstr>Data Sources</vt:lpstr>
      <vt:lpstr>Data Processing and Analysis</vt:lpstr>
      <vt:lpstr>Data Processing and Analysis</vt:lpstr>
      <vt:lpstr>Data Processing and Analysis</vt:lpstr>
      <vt:lpstr>Key Findings</vt:lpstr>
      <vt:lpstr>Interpretation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Dhanush Reddy Pucha</dc:creator>
  <cp:lastModifiedBy>Mathewos Dawit</cp:lastModifiedBy>
  <cp:revision>1</cp:revision>
  <dcterms:created xsi:type="dcterms:W3CDTF">2025-04-28T17:30:11Z</dcterms:created>
  <dcterms:modified xsi:type="dcterms:W3CDTF">2025-04-30T02:24:34Z</dcterms:modified>
</cp:coreProperties>
</file>